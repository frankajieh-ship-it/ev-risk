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5EF9-4F32-640B-58DC-60C0BD838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6E68E-F7CE-5381-E633-D97864F2F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98E00-3E6B-D85D-1FEB-8D596B73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97847-6BA5-EDB0-A6B9-71C17EA8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B3079-E101-07F8-4A6C-E6A06E83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30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555F-C906-7E74-5425-9813357D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D6165-718F-EFC0-76D5-B7750D8D5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47E34-2974-553D-6EBF-AB0127A3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4F738-2D39-C29E-2D45-3DAAE00B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DF53-FE97-A54A-A78E-B67337F1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41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B93B-E6C0-7E26-1B9A-610B1FA9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3532E-B220-7457-1817-E06975DBD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FF5AC-52E0-3854-49FC-3F38DE285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C6A35-F957-4F56-13BC-12A3CB91A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4D03D-8D5F-98DF-192F-020C6393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06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AD37-DB38-5064-2F94-347EB213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1918C-B173-AB3D-DCFF-A9A8231C8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C192F-1E03-2528-FCE1-85C2ED740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04C0C-C208-48A3-E5BD-0B31D0C3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80D3F-39A9-A8F8-4E61-D5D4F611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CBC0B-19D8-B983-966B-D848A221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6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E4FC-E9C7-0EC1-E268-DD3FE5818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4FC42-AA49-5E18-3D52-7C1DF38EF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B37B9-A3DC-38CF-F6A0-162B53F29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AFC6D4-79AD-4BC1-E27A-459BF4D37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1BD56-836F-BA13-82A1-D54749B44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6A3BF4-E4DB-46E9-04CA-0BB0005F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E51FD-97C0-C0F7-4E7E-531CC14F3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EC78A9-49F4-2851-CD58-39BC0E2F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2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40EB-9B13-D77A-47DC-36543BB3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F9501D-CE2F-5308-DB99-89A5EB26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FF234-5AD2-4B8E-9020-7A537F8E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EEA24-F16D-B7B6-8E0F-C8109B90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3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46C776-7D8B-5AFD-DB60-4D75C2855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03F51-B0EC-EFF4-B75E-A25A66AE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185B6-F2EF-9588-3864-5A46EC4B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34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8A83-290A-265D-B618-CE8F7435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804E8-22EC-461B-FDE2-08A08DE31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3AA8D-71F6-327C-5596-240F8D97B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05F96-211B-606D-7988-12894607C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AE3BA-DD58-3215-386A-0C35893C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28A15-0E56-752D-6DDC-69B878A4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8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7BE7-EE1C-73B1-D66E-5498A28B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9BC57-D478-279A-3421-994EF1505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31019-B789-1656-2963-889C28C0C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99153-54E8-8962-22C4-29D8D069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27A28-7EE0-4FA4-71CA-C41B90B3E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42B86-2A00-9664-D507-B8DACA55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8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CF49-7B5A-DBFE-3274-0B45B3BC6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E2488-C8C7-00A7-92D7-316C43320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660AB-1741-19A9-FB46-00D56D96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1F67E-B7C9-5AED-AA85-47A380E0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8120D-19B5-A213-3E20-A521E9948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92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50091-2396-9A4E-2C56-7D863D60F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B7B2F-69E6-1CF8-A66A-0EABAC2FF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081B4-F53B-B3FF-B063-A50DF9658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CAF56-79DF-E663-5779-2DC66E3A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ECD05-427B-76F4-94B8-450AC008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5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0CEA-9211-1B3B-B480-F3A2DB9A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0D015-5BF2-978B-7D1A-D768DE11D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E1881-B684-F187-6B6F-3763AA6A7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ED3A8-3222-4704-9285-95E2BE4CA37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9BAE6-7336-E376-18FC-648A2A580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75315-79FA-B855-FBD1-756D8DE5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BDE44-1B6F-4E01-8EE6-B115FBB44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0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ffolab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8340-26BC-BBFD-DD39-3D5FD3040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A3A1B0D-1B5E-92E6-77A2-9D347F37F888}"/>
              </a:ext>
            </a:extLst>
          </p:cNvPr>
          <p:cNvSpPr/>
          <p:nvPr/>
        </p:nvSpPr>
        <p:spPr>
          <a:xfrm>
            <a:off x="2002420" y="405114"/>
            <a:ext cx="1064871" cy="393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752384-652B-52B5-B1C6-C201E4B59936}"/>
              </a:ext>
            </a:extLst>
          </p:cNvPr>
          <p:cNvSpPr/>
          <p:nvPr/>
        </p:nvSpPr>
        <p:spPr>
          <a:xfrm>
            <a:off x="1915609" y="405114"/>
            <a:ext cx="1215342" cy="474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6B1EA7-1562-A3E0-34DF-E9AD06611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4" y="405114"/>
            <a:ext cx="6689558" cy="3202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0849F2-AC02-D54A-723B-8156977A5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439" y="3208421"/>
            <a:ext cx="6694898" cy="364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44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8FD74-5B25-6EFB-0CD8-938F029A2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86A9DE-71AB-D722-1723-60CCE463C70C}"/>
              </a:ext>
            </a:extLst>
          </p:cNvPr>
          <p:cNvSpPr/>
          <p:nvPr/>
        </p:nvSpPr>
        <p:spPr>
          <a:xfrm>
            <a:off x="2002420" y="405114"/>
            <a:ext cx="1064871" cy="393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015955-EDF8-76E4-AD14-12410CA86217}"/>
              </a:ext>
            </a:extLst>
          </p:cNvPr>
          <p:cNvSpPr/>
          <p:nvPr/>
        </p:nvSpPr>
        <p:spPr>
          <a:xfrm>
            <a:off x="1915609" y="405114"/>
            <a:ext cx="1215342" cy="474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15270D-1895-A68B-604F-DEA98A42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4" y="405114"/>
            <a:ext cx="6689558" cy="3202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78CBA1-7B1C-F6A1-7E24-75A53945A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439" y="3208421"/>
            <a:ext cx="6694898" cy="36495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2B93B-973C-0A41-DBDA-22E00F024859}"/>
              </a:ext>
            </a:extLst>
          </p:cNvPr>
          <p:cNvSpPr txBox="1"/>
          <p:nvPr/>
        </p:nvSpPr>
        <p:spPr>
          <a:xfrm>
            <a:off x="7026442" y="1252770"/>
            <a:ext cx="6160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https://offolab.com/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3172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C590-4D93-A78C-4DFE-16C57BDC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BCCFDA-BC61-169C-E86F-DE25861B7F93}"/>
              </a:ext>
            </a:extLst>
          </p:cNvPr>
          <p:cNvSpPr/>
          <p:nvPr/>
        </p:nvSpPr>
        <p:spPr>
          <a:xfrm>
            <a:off x="2002420" y="405114"/>
            <a:ext cx="1064871" cy="393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D20CC8-A7A8-03DF-0124-736F0602C969}"/>
              </a:ext>
            </a:extLst>
          </p:cNvPr>
          <p:cNvSpPr/>
          <p:nvPr/>
        </p:nvSpPr>
        <p:spPr>
          <a:xfrm>
            <a:off x="1915609" y="405114"/>
            <a:ext cx="1215342" cy="474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D55FC-FC2C-0118-8352-0E648CFC4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5" y="129254"/>
            <a:ext cx="6571772" cy="3579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EFC448-2955-DF97-646C-9BEBFF6AF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068" y="3198322"/>
            <a:ext cx="6515931" cy="357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5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8FD11-BEE8-1DF5-713D-3C773C60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66F282-3D68-6F6A-3A13-370D5D2CCC2F}"/>
              </a:ext>
            </a:extLst>
          </p:cNvPr>
          <p:cNvSpPr/>
          <p:nvPr/>
        </p:nvSpPr>
        <p:spPr>
          <a:xfrm>
            <a:off x="2002420" y="405114"/>
            <a:ext cx="1064871" cy="393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D5703C-E06B-46D2-33C3-A85120092C55}"/>
              </a:ext>
            </a:extLst>
          </p:cNvPr>
          <p:cNvSpPr/>
          <p:nvPr/>
        </p:nvSpPr>
        <p:spPr>
          <a:xfrm>
            <a:off x="1915609" y="405114"/>
            <a:ext cx="1215342" cy="474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49565F-7956-A1B9-5AD7-C5E977AB2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349"/>
            <a:ext cx="6467272" cy="3423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5E11B1-1F94-0291-3B9E-E550AD353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811" y="2913155"/>
            <a:ext cx="6707343" cy="319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713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5C26-C5B7-01D5-B1D1-58B73C03E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31CC48-A341-D089-61F5-815772ACE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86" y="0"/>
            <a:ext cx="5763377" cy="33543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F3269B-D8BF-21F5-3BA3-2CD5708F4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530" y="3176337"/>
            <a:ext cx="6553470" cy="361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40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62765-ED8C-7420-AAA8-63A233C2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0218D1-E3CB-3D56-71F9-767879CED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87"/>
            <a:ext cx="6320589" cy="34322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F70242-AF10-7283-2055-D299F2658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442" y="3089718"/>
            <a:ext cx="6592423" cy="376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14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2CDEA-5EC5-D46B-CE89-61B05E79A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56C309-284E-9D0D-FB06-BE5F57E6C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638"/>
            <a:ext cx="5871411" cy="31335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6A95BB-286E-8493-5E56-F52062EF1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591" y="1987356"/>
            <a:ext cx="5694947" cy="442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57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B74D7-5338-1522-22EE-BB3E7497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E91F0D-3CA9-B727-E418-2C86D8C62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3" y="144379"/>
            <a:ext cx="5468434" cy="57541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A2947B-5B76-6FE5-C252-6EFFECFD7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795" y="1299410"/>
            <a:ext cx="5644959" cy="55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65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7A87E-4846-673A-5E86-F53A0565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2D308E-BB81-78FF-7020-0CE985A1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13" y="119930"/>
            <a:ext cx="7053892" cy="380981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33C3AFF-B020-0200-5F74-743C0D01B577}"/>
              </a:ext>
            </a:extLst>
          </p:cNvPr>
          <p:cNvGrpSpPr/>
          <p:nvPr/>
        </p:nvGrpSpPr>
        <p:grpSpPr>
          <a:xfrm>
            <a:off x="7837713" y="2275114"/>
            <a:ext cx="4226697" cy="4281942"/>
            <a:chOff x="2371631" y="-486137"/>
            <a:chExt cx="7928055" cy="717051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7620FD9-9EE3-5CD7-6605-BEA5DE0D9164}"/>
                </a:ext>
              </a:extLst>
            </p:cNvPr>
            <p:cNvGrpSpPr/>
            <p:nvPr/>
          </p:nvGrpSpPr>
          <p:grpSpPr>
            <a:xfrm>
              <a:off x="2371631" y="-486137"/>
              <a:ext cx="7928055" cy="7170516"/>
              <a:chOff x="2409398" y="-312516"/>
              <a:chExt cx="7928055" cy="7170516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DC094AB-5210-D3EB-356F-BE500A137E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9398" y="1775020"/>
                <a:ext cx="5806943" cy="508298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C4E92D9-F6D7-C552-0C66-531F54C9EC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9398" y="-312516"/>
                <a:ext cx="7928055" cy="2545548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E1CC57B-598E-00A7-E4A7-051FE663D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01" t="33666" r="58318" b="43212"/>
              <a:stretch>
                <a:fillRect/>
              </a:stretch>
            </p:blipFill>
            <p:spPr>
              <a:xfrm>
                <a:off x="5559948" y="-179407"/>
                <a:ext cx="1721334" cy="7060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4147E1-E561-109F-880F-451E7170A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0041" y="2069457"/>
              <a:ext cx="2129645" cy="4580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101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A6660-FFDC-3783-284B-0344D4527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9143C-F4DA-5AD8-505F-A197C07F5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768"/>
            <a:ext cx="7162800" cy="36744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258DD0-F9B0-3739-C294-30EA1543BECD}"/>
              </a:ext>
            </a:extLst>
          </p:cNvPr>
          <p:cNvSpPr txBox="1"/>
          <p:nvPr/>
        </p:nvSpPr>
        <p:spPr>
          <a:xfrm>
            <a:off x="130630" y="4093029"/>
            <a:ext cx="519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Receipt extraction mainly works for CarGurus and some websites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153A95-3FB3-38FE-8D03-15A86900E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242" y="3276511"/>
            <a:ext cx="6384758" cy="337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83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64C5-D6D7-FEE8-E40D-E9BB2A23C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3F31B5-1D58-4309-E5FB-A4B6F6FD7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279"/>
            <a:ext cx="7603958" cy="4039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28639B-C78B-CF15-4E62-D512CEE9D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6095999" cy="306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28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B1B6-93D7-F0C1-9F9E-709DE097D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E8E069-E019-3A6B-750E-6A6C2A223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95"/>
            <a:ext cx="6256421" cy="33511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3450DD-614A-74F9-7270-A8C02BEE0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652" y="3154229"/>
            <a:ext cx="6609347" cy="353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06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3F83C-0226-CE05-5059-48CC04353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03BA96-4399-A65C-7114-9FC1DA96F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65"/>
            <a:ext cx="6336632" cy="3517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DFDD82-AA5A-BD8B-6C3D-1549BDE0A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769" y="3263216"/>
            <a:ext cx="6336632" cy="359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E7B1A-5C4D-2C47-95AE-08B62B85E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88B05-CADE-B515-F801-8378CC28B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63" y="289517"/>
            <a:ext cx="9352547" cy="47181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3A70EB-3967-FF5B-92C3-8A5526513B13}"/>
              </a:ext>
            </a:extLst>
          </p:cNvPr>
          <p:cNvSpPr txBox="1"/>
          <p:nvPr/>
        </p:nvSpPr>
        <p:spPr>
          <a:xfrm>
            <a:off x="4315326" y="5486400"/>
            <a:ext cx="5238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Dealer Has to sign in first before accessing anything</a:t>
            </a:r>
          </a:p>
        </p:txBody>
      </p:sp>
    </p:spTree>
    <p:extLst>
      <p:ext uri="{BB962C8B-B14F-4D97-AF65-F5344CB8AC3E}">
        <p14:creationId xmlns:p14="http://schemas.microsoft.com/office/powerpoint/2010/main" val="2603838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29150</TotalTime>
  <Words>24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 Forten</dc:creator>
  <cp:lastModifiedBy>Jaye Forten</cp:lastModifiedBy>
  <cp:revision>3</cp:revision>
  <dcterms:created xsi:type="dcterms:W3CDTF">2026-02-17T15:33:20Z</dcterms:created>
  <dcterms:modified xsi:type="dcterms:W3CDTF">2026-03-15T11:45:42Z</dcterms:modified>
</cp:coreProperties>
</file>