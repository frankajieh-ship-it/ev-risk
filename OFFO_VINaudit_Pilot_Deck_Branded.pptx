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FA32BA-EF16-4FBB-A423-3E084924190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B060EB-0B4B-49C0-8105-9DBFF4ADF8AA}">
      <dgm:prSet custT="1"/>
      <dgm:spPr/>
      <dgm:t>
        <a:bodyPr/>
        <a:lstStyle/>
        <a:p>
          <a:pPr algn="ctr"/>
          <a:r>
            <a:rPr lang="en-US" sz="1800" b="1" dirty="0"/>
            <a:t>Who we are</a:t>
          </a:r>
          <a:endParaRPr lang="en-US" sz="1800" dirty="0"/>
        </a:p>
      </dgm:t>
    </dgm:pt>
    <dgm:pt modelId="{90CA9943-489A-4B99-A602-5E259FB23CE6}" type="parTrans" cxnId="{75D77DB1-9998-4C1B-802C-D3BAFE283968}">
      <dgm:prSet/>
      <dgm:spPr/>
      <dgm:t>
        <a:bodyPr/>
        <a:lstStyle/>
        <a:p>
          <a:endParaRPr lang="en-US" sz="2400"/>
        </a:p>
      </dgm:t>
    </dgm:pt>
    <dgm:pt modelId="{D2EB1650-36F6-4BBC-8EEF-AED8D6F41431}" type="sibTrans" cxnId="{75D77DB1-9998-4C1B-802C-D3BAFE283968}">
      <dgm:prSet/>
      <dgm:spPr/>
      <dgm:t>
        <a:bodyPr/>
        <a:lstStyle/>
        <a:p>
          <a:endParaRPr lang="en-US" sz="2400"/>
        </a:p>
      </dgm:t>
    </dgm:pt>
    <dgm:pt modelId="{41A952D3-26A7-4C7E-9B0F-95BC28FBAA16}">
      <dgm:prSet custT="1"/>
      <dgm:spPr/>
      <dgm:t>
        <a:bodyPr/>
        <a:lstStyle/>
        <a:p>
          <a:r>
            <a:rPr lang="en-US" sz="1600" b="1" dirty="0"/>
            <a:t>Early-stage platform focused on real lifestyle fit, charging predictability, and routine risk</a:t>
          </a:r>
          <a:endParaRPr lang="en-US" sz="1600" dirty="0"/>
        </a:p>
      </dgm:t>
    </dgm:pt>
    <dgm:pt modelId="{4AA64E5D-84B7-441A-A67A-198FEB1326FB}" type="parTrans" cxnId="{8B6E110F-A3CA-48CA-9D34-2AC1156E902E}">
      <dgm:prSet/>
      <dgm:spPr/>
      <dgm:t>
        <a:bodyPr/>
        <a:lstStyle/>
        <a:p>
          <a:endParaRPr lang="en-US" sz="2400"/>
        </a:p>
      </dgm:t>
    </dgm:pt>
    <dgm:pt modelId="{42A34FCC-F6FE-467C-8EEC-0086F7ADF2B5}" type="sibTrans" cxnId="{8B6E110F-A3CA-48CA-9D34-2AC1156E902E}">
      <dgm:prSet/>
      <dgm:spPr/>
      <dgm:t>
        <a:bodyPr/>
        <a:lstStyle/>
        <a:p>
          <a:endParaRPr lang="en-US" sz="2400"/>
        </a:p>
      </dgm:t>
    </dgm:pt>
    <dgm:pt modelId="{B7F12735-1918-47DD-84A9-D32DD6803190}">
      <dgm:prSet custT="1"/>
      <dgm:spPr/>
      <dgm:t>
        <a:bodyPr/>
        <a:lstStyle/>
        <a:p>
          <a:r>
            <a:rPr lang="en-US" sz="1600" b="1"/>
            <a:t>Built for thoughtful skeptics: apartment dwellers, relocators, used/budget EV shoppers</a:t>
          </a:r>
          <a:endParaRPr lang="en-US" sz="1600"/>
        </a:p>
      </dgm:t>
    </dgm:pt>
    <dgm:pt modelId="{AEBBC3CE-4B1D-4964-93E7-1762923E2540}" type="parTrans" cxnId="{DE3F3833-A90E-409F-85FB-FEC6BA767F25}">
      <dgm:prSet/>
      <dgm:spPr/>
      <dgm:t>
        <a:bodyPr/>
        <a:lstStyle/>
        <a:p>
          <a:endParaRPr lang="en-US" sz="2400"/>
        </a:p>
      </dgm:t>
    </dgm:pt>
    <dgm:pt modelId="{1EFF44BB-0762-4B85-84C8-6EDDDE86351F}" type="sibTrans" cxnId="{DE3F3833-A90E-409F-85FB-FEC6BA767F25}">
      <dgm:prSet/>
      <dgm:spPr/>
      <dgm:t>
        <a:bodyPr/>
        <a:lstStyle/>
        <a:p>
          <a:endParaRPr lang="en-US" sz="2400"/>
        </a:p>
      </dgm:t>
    </dgm:pt>
    <dgm:pt modelId="{FAF2BEA5-EB19-4223-BCFE-D9A57E7469F2}">
      <dgm:prSet custT="1"/>
      <dgm:spPr/>
      <dgm:t>
        <a:bodyPr/>
        <a:lstStyle/>
        <a:p>
          <a:r>
            <a:rPr lang="en-US" sz="1600" b="1"/>
            <a:t>100% organic growth</a:t>
          </a:r>
          <a:endParaRPr lang="en-US" sz="1600"/>
        </a:p>
      </dgm:t>
    </dgm:pt>
    <dgm:pt modelId="{0999FE32-A634-4923-B7ED-F43CCAD9F76A}" type="parTrans" cxnId="{ECFA5335-0020-429B-8642-A4D20BCB280D}">
      <dgm:prSet/>
      <dgm:spPr/>
      <dgm:t>
        <a:bodyPr/>
        <a:lstStyle/>
        <a:p>
          <a:endParaRPr lang="en-US" sz="2400"/>
        </a:p>
      </dgm:t>
    </dgm:pt>
    <dgm:pt modelId="{46B9FEF2-ABC3-41C4-837D-B31D1EF950D4}" type="sibTrans" cxnId="{ECFA5335-0020-429B-8642-A4D20BCB280D}">
      <dgm:prSet/>
      <dgm:spPr/>
      <dgm:t>
        <a:bodyPr/>
        <a:lstStyle/>
        <a:p>
          <a:endParaRPr lang="en-US" sz="2400"/>
        </a:p>
      </dgm:t>
    </dgm:pt>
    <dgm:pt modelId="{A131209A-5855-48DB-88BC-7371BC640F85}">
      <dgm:prSet custT="1"/>
      <dgm:spPr/>
      <dgm:t>
        <a:bodyPr/>
        <a:lstStyle/>
        <a:p>
          <a:r>
            <a:rPr lang="en-US" sz="1600" b="1"/>
            <a:t>Traction (last 30 days)</a:t>
          </a:r>
          <a:endParaRPr lang="en-US" sz="1600"/>
        </a:p>
      </dgm:t>
    </dgm:pt>
    <dgm:pt modelId="{324DE703-2B17-4419-ACAB-9F8066E64930}" type="parTrans" cxnId="{C20C2ED5-AD46-4C6C-969D-C5087239BD03}">
      <dgm:prSet/>
      <dgm:spPr/>
      <dgm:t>
        <a:bodyPr/>
        <a:lstStyle/>
        <a:p>
          <a:endParaRPr lang="en-US" sz="2400"/>
        </a:p>
      </dgm:t>
    </dgm:pt>
    <dgm:pt modelId="{D04BC17A-CAB5-4763-93FD-D9C3331F666A}" type="sibTrans" cxnId="{C20C2ED5-AD46-4C6C-969D-C5087239BD03}">
      <dgm:prSet/>
      <dgm:spPr/>
      <dgm:t>
        <a:bodyPr/>
        <a:lstStyle/>
        <a:p>
          <a:endParaRPr lang="en-US" sz="2400"/>
        </a:p>
      </dgm:t>
    </dgm:pt>
    <dgm:pt modelId="{8C9EF019-E4B5-4241-B8F6-493C43AF8DA0}">
      <dgm:prSet custT="1"/>
      <dgm:spPr/>
      <dgm:t>
        <a:bodyPr/>
        <a:lstStyle/>
        <a:p>
          <a:r>
            <a:rPr lang="en-US" sz="1600" b="1"/>
            <a:t>225 Deal Checker receipts</a:t>
          </a:r>
          <a:endParaRPr lang="en-US" sz="1600"/>
        </a:p>
      </dgm:t>
    </dgm:pt>
    <dgm:pt modelId="{8F689B59-7F0A-4B35-89B7-D73050796DEF}" type="parTrans" cxnId="{8C63D2EC-E8A1-4C45-A303-B10F7D3621A5}">
      <dgm:prSet/>
      <dgm:spPr/>
      <dgm:t>
        <a:bodyPr/>
        <a:lstStyle/>
        <a:p>
          <a:endParaRPr lang="en-US" sz="2400"/>
        </a:p>
      </dgm:t>
    </dgm:pt>
    <dgm:pt modelId="{8558BBED-04E0-4703-B2AE-21A47BBB52C4}" type="sibTrans" cxnId="{8C63D2EC-E8A1-4C45-A303-B10F7D3621A5}">
      <dgm:prSet/>
      <dgm:spPr/>
      <dgm:t>
        <a:bodyPr/>
        <a:lstStyle/>
        <a:p>
          <a:endParaRPr lang="en-US" sz="2400"/>
        </a:p>
      </dgm:t>
    </dgm:pt>
    <dgm:pt modelId="{86421DE9-6066-48D1-8916-D0CC059E88F1}">
      <dgm:prSet custT="1"/>
      <dgm:spPr/>
      <dgm:t>
        <a:bodyPr/>
        <a:lstStyle/>
        <a:p>
          <a:r>
            <a:rPr lang="en-US" sz="1600" b="1"/>
            <a:t>101 full EV-Risk reports</a:t>
          </a:r>
          <a:endParaRPr lang="en-US" sz="1600"/>
        </a:p>
      </dgm:t>
    </dgm:pt>
    <dgm:pt modelId="{FECBCEBB-5F20-4554-A4A7-D00B1775E330}" type="parTrans" cxnId="{5F35C545-1A99-4E62-B2B1-872BC72D0165}">
      <dgm:prSet/>
      <dgm:spPr/>
      <dgm:t>
        <a:bodyPr/>
        <a:lstStyle/>
        <a:p>
          <a:endParaRPr lang="en-US" sz="2400"/>
        </a:p>
      </dgm:t>
    </dgm:pt>
    <dgm:pt modelId="{36A1BB2E-7DC2-4996-BE66-5E0285FDC5CB}" type="sibTrans" cxnId="{5F35C545-1A99-4E62-B2B1-872BC72D0165}">
      <dgm:prSet/>
      <dgm:spPr/>
      <dgm:t>
        <a:bodyPr/>
        <a:lstStyle/>
        <a:p>
          <a:endParaRPr lang="en-US" sz="2400"/>
        </a:p>
      </dgm:t>
    </dgm:pt>
    <dgm:pt modelId="{01AB20E2-4083-48B6-B48F-834F8CFEDA3D}">
      <dgm:prSet custT="1"/>
      <dgm:spPr/>
      <dgm:t>
        <a:bodyPr/>
        <a:lstStyle/>
        <a:p>
          <a:r>
            <a:rPr lang="en-US" sz="1600" b="1"/>
            <a:t>1,000 unique visitors / 3,033 visits</a:t>
          </a:r>
          <a:endParaRPr lang="en-US" sz="1600"/>
        </a:p>
      </dgm:t>
    </dgm:pt>
    <dgm:pt modelId="{0F7D53CE-C3DA-4CBD-81E6-988138EB3D2A}" type="parTrans" cxnId="{29823599-DCC1-4519-8552-5738F106E857}">
      <dgm:prSet/>
      <dgm:spPr/>
      <dgm:t>
        <a:bodyPr/>
        <a:lstStyle/>
        <a:p>
          <a:endParaRPr lang="en-US" sz="2400"/>
        </a:p>
      </dgm:t>
    </dgm:pt>
    <dgm:pt modelId="{E1290F2B-677A-47AD-8D59-FE7D54858701}" type="sibTrans" cxnId="{29823599-DCC1-4519-8552-5738F106E857}">
      <dgm:prSet/>
      <dgm:spPr/>
      <dgm:t>
        <a:bodyPr/>
        <a:lstStyle/>
        <a:p>
          <a:endParaRPr lang="en-US" sz="2400"/>
        </a:p>
      </dgm:t>
    </dgm:pt>
    <dgm:pt modelId="{9799D141-56DE-4322-A4FE-FE95F836BE15}">
      <dgm:prSet custT="1"/>
      <dgm:spPr/>
      <dgm:t>
        <a:bodyPr/>
        <a:lstStyle/>
        <a:p>
          <a:r>
            <a:rPr lang="en-US" sz="1600" b="1"/>
            <a:t>March MAU: ~550 and climbing</a:t>
          </a:r>
          <a:endParaRPr lang="en-US" sz="1600"/>
        </a:p>
      </dgm:t>
    </dgm:pt>
    <dgm:pt modelId="{FDA43F81-7784-4C94-A277-487CD7B477EA}" type="parTrans" cxnId="{2097B504-F8A9-416A-81FA-3E40F0C5C72B}">
      <dgm:prSet/>
      <dgm:spPr/>
      <dgm:t>
        <a:bodyPr/>
        <a:lstStyle/>
        <a:p>
          <a:endParaRPr lang="en-US" sz="2400"/>
        </a:p>
      </dgm:t>
    </dgm:pt>
    <dgm:pt modelId="{D0035BC3-5F88-4053-AEA8-9E72D1626D96}" type="sibTrans" cxnId="{2097B504-F8A9-416A-81FA-3E40F0C5C72B}">
      <dgm:prSet/>
      <dgm:spPr/>
      <dgm:t>
        <a:bodyPr/>
        <a:lstStyle/>
        <a:p>
          <a:endParaRPr lang="en-US" sz="2400"/>
        </a:p>
      </dgm:t>
    </dgm:pt>
    <dgm:pt modelId="{602791B0-1828-4F4F-BEDC-83208CC0FF63}" type="pres">
      <dgm:prSet presAssocID="{09FA32BA-EF16-4FBB-A423-3E084924190F}" presName="vert0" presStyleCnt="0">
        <dgm:presLayoutVars>
          <dgm:dir/>
          <dgm:animOne val="branch"/>
          <dgm:animLvl val="lvl"/>
        </dgm:presLayoutVars>
      </dgm:prSet>
      <dgm:spPr/>
    </dgm:pt>
    <dgm:pt modelId="{AD8775EC-E889-4E9C-95E4-CC621C108149}" type="pres">
      <dgm:prSet presAssocID="{51B060EB-0B4B-49C0-8105-9DBFF4ADF8AA}" presName="thickLine" presStyleLbl="alignNode1" presStyleIdx="0" presStyleCnt="9"/>
      <dgm:spPr/>
    </dgm:pt>
    <dgm:pt modelId="{0DFAB862-C0A3-4930-91A7-DED87F6330A0}" type="pres">
      <dgm:prSet presAssocID="{51B060EB-0B4B-49C0-8105-9DBFF4ADF8AA}" presName="horz1" presStyleCnt="0"/>
      <dgm:spPr/>
    </dgm:pt>
    <dgm:pt modelId="{0A4CE713-5D57-4DB1-8210-6274F8CA9F66}" type="pres">
      <dgm:prSet presAssocID="{51B060EB-0B4B-49C0-8105-9DBFF4ADF8AA}" presName="tx1" presStyleLbl="revTx" presStyleIdx="0" presStyleCnt="9"/>
      <dgm:spPr/>
    </dgm:pt>
    <dgm:pt modelId="{C33E0E80-842B-4F3E-97BE-56299664549C}" type="pres">
      <dgm:prSet presAssocID="{51B060EB-0B4B-49C0-8105-9DBFF4ADF8AA}" presName="vert1" presStyleCnt="0"/>
      <dgm:spPr/>
    </dgm:pt>
    <dgm:pt modelId="{D7F321ED-FACB-4B0E-B8A2-D2DE36D1DEF9}" type="pres">
      <dgm:prSet presAssocID="{41A952D3-26A7-4C7E-9B0F-95BC28FBAA16}" presName="thickLine" presStyleLbl="alignNode1" presStyleIdx="1" presStyleCnt="9"/>
      <dgm:spPr/>
    </dgm:pt>
    <dgm:pt modelId="{986E96B5-ED6E-437C-B2BA-FDE20B66AB5C}" type="pres">
      <dgm:prSet presAssocID="{41A952D3-26A7-4C7E-9B0F-95BC28FBAA16}" presName="horz1" presStyleCnt="0"/>
      <dgm:spPr/>
    </dgm:pt>
    <dgm:pt modelId="{A8F42580-B84D-4539-93EB-518008DC63A1}" type="pres">
      <dgm:prSet presAssocID="{41A952D3-26A7-4C7E-9B0F-95BC28FBAA16}" presName="tx1" presStyleLbl="revTx" presStyleIdx="1" presStyleCnt="9"/>
      <dgm:spPr/>
    </dgm:pt>
    <dgm:pt modelId="{BDC227CB-CC2D-4343-B2E8-A8DD213074D4}" type="pres">
      <dgm:prSet presAssocID="{41A952D3-26A7-4C7E-9B0F-95BC28FBAA16}" presName="vert1" presStyleCnt="0"/>
      <dgm:spPr/>
    </dgm:pt>
    <dgm:pt modelId="{A023FCED-8AA2-4BDA-AC3E-C90DECA14DAD}" type="pres">
      <dgm:prSet presAssocID="{B7F12735-1918-47DD-84A9-D32DD6803190}" presName="thickLine" presStyleLbl="alignNode1" presStyleIdx="2" presStyleCnt="9"/>
      <dgm:spPr/>
    </dgm:pt>
    <dgm:pt modelId="{0ACBD770-8521-4C5F-AF2A-6AFB6CCD85AE}" type="pres">
      <dgm:prSet presAssocID="{B7F12735-1918-47DD-84A9-D32DD6803190}" presName="horz1" presStyleCnt="0"/>
      <dgm:spPr/>
    </dgm:pt>
    <dgm:pt modelId="{C321C1FF-7B17-4892-8407-D512CB6891FA}" type="pres">
      <dgm:prSet presAssocID="{B7F12735-1918-47DD-84A9-D32DD6803190}" presName="tx1" presStyleLbl="revTx" presStyleIdx="2" presStyleCnt="9"/>
      <dgm:spPr/>
    </dgm:pt>
    <dgm:pt modelId="{861C99D4-456B-4A55-8FDD-1DAB96F22F99}" type="pres">
      <dgm:prSet presAssocID="{B7F12735-1918-47DD-84A9-D32DD6803190}" presName="vert1" presStyleCnt="0"/>
      <dgm:spPr/>
    </dgm:pt>
    <dgm:pt modelId="{ABFDF2BF-6F62-44D1-BC5B-0A2568FCB23F}" type="pres">
      <dgm:prSet presAssocID="{FAF2BEA5-EB19-4223-BCFE-D9A57E7469F2}" presName="thickLine" presStyleLbl="alignNode1" presStyleIdx="3" presStyleCnt="9"/>
      <dgm:spPr/>
    </dgm:pt>
    <dgm:pt modelId="{D8DB92E6-4AA4-40DE-824B-E233CFEE1E12}" type="pres">
      <dgm:prSet presAssocID="{FAF2BEA5-EB19-4223-BCFE-D9A57E7469F2}" presName="horz1" presStyleCnt="0"/>
      <dgm:spPr/>
    </dgm:pt>
    <dgm:pt modelId="{E7C36AE7-911B-456F-8476-570B72267D7F}" type="pres">
      <dgm:prSet presAssocID="{FAF2BEA5-EB19-4223-BCFE-D9A57E7469F2}" presName="tx1" presStyleLbl="revTx" presStyleIdx="3" presStyleCnt="9"/>
      <dgm:spPr/>
    </dgm:pt>
    <dgm:pt modelId="{F12DE92A-912D-42EF-9CD8-869A325CC21C}" type="pres">
      <dgm:prSet presAssocID="{FAF2BEA5-EB19-4223-BCFE-D9A57E7469F2}" presName="vert1" presStyleCnt="0"/>
      <dgm:spPr/>
    </dgm:pt>
    <dgm:pt modelId="{61B2EAD1-8B24-4A42-BD30-1F9F0B74E8AB}" type="pres">
      <dgm:prSet presAssocID="{A131209A-5855-48DB-88BC-7371BC640F85}" presName="thickLine" presStyleLbl="alignNode1" presStyleIdx="4" presStyleCnt="9"/>
      <dgm:spPr/>
    </dgm:pt>
    <dgm:pt modelId="{378B39BF-20B7-42F9-9EF9-8E1608A04314}" type="pres">
      <dgm:prSet presAssocID="{A131209A-5855-48DB-88BC-7371BC640F85}" presName="horz1" presStyleCnt="0"/>
      <dgm:spPr/>
    </dgm:pt>
    <dgm:pt modelId="{926F5DB4-3D0D-43CD-9044-B79CD97C5633}" type="pres">
      <dgm:prSet presAssocID="{A131209A-5855-48DB-88BC-7371BC640F85}" presName="tx1" presStyleLbl="revTx" presStyleIdx="4" presStyleCnt="9"/>
      <dgm:spPr/>
    </dgm:pt>
    <dgm:pt modelId="{39207562-6FAD-4B25-B6C9-691DCE56DB19}" type="pres">
      <dgm:prSet presAssocID="{A131209A-5855-48DB-88BC-7371BC640F85}" presName="vert1" presStyleCnt="0"/>
      <dgm:spPr/>
    </dgm:pt>
    <dgm:pt modelId="{21015E3D-24A4-4308-84E6-1371A05B8B85}" type="pres">
      <dgm:prSet presAssocID="{8C9EF019-E4B5-4241-B8F6-493C43AF8DA0}" presName="thickLine" presStyleLbl="alignNode1" presStyleIdx="5" presStyleCnt="9"/>
      <dgm:spPr/>
    </dgm:pt>
    <dgm:pt modelId="{305683FD-0A05-4CCB-97AD-D764A797C9A5}" type="pres">
      <dgm:prSet presAssocID="{8C9EF019-E4B5-4241-B8F6-493C43AF8DA0}" presName="horz1" presStyleCnt="0"/>
      <dgm:spPr/>
    </dgm:pt>
    <dgm:pt modelId="{78D5C64E-48EE-4122-8DE5-8EB619003525}" type="pres">
      <dgm:prSet presAssocID="{8C9EF019-E4B5-4241-B8F6-493C43AF8DA0}" presName="tx1" presStyleLbl="revTx" presStyleIdx="5" presStyleCnt="9"/>
      <dgm:spPr/>
    </dgm:pt>
    <dgm:pt modelId="{F6EF6C32-E4B8-4D5F-9921-AC378FD0BBFB}" type="pres">
      <dgm:prSet presAssocID="{8C9EF019-E4B5-4241-B8F6-493C43AF8DA0}" presName="vert1" presStyleCnt="0"/>
      <dgm:spPr/>
    </dgm:pt>
    <dgm:pt modelId="{F95251AD-29F9-473E-877A-A1035B79DBFB}" type="pres">
      <dgm:prSet presAssocID="{86421DE9-6066-48D1-8916-D0CC059E88F1}" presName="thickLine" presStyleLbl="alignNode1" presStyleIdx="6" presStyleCnt="9"/>
      <dgm:spPr/>
    </dgm:pt>
    <dgm:pt modelId="{ABE215D9-0931-40B5-A9BA-2DD15D41CDF1}" type="pres">
      <dgm:prSet presAssocID="{86421DE9-6066-48D1-8916-D0CC059E88F1}" presName="horz1" presStyleCnt="0"/>
      <dgm:spPr/>
    </dgm:pt>
    <dgm:pt modelId="{FD227B9C-6067-427B-9E0F-C633504FC84F}" type="pres">
      <dgm:prSet presAssocID="{86421DE9-6066-48D1-8916-D0CC059E88F1}" presName="tx1" presStyleLbl="revTx" presStyleIdx="6" presStyleCnt="9"/>
      <dgm:spPr/>
    </dgm:pt>
    <dgm:pt modelId="{B86122A3-ACEE-41DE-98D1-9DF14171FC00}" type="pres">
      <dgm:prSet presAssocID="{86421DE9-6066-48D1-8916-D0CC059E88F1}" presName="vert1" presStyleCnt="0"/>
      <dgm:spPr/>
    </dgm:pt>
    <dgm:pt modelId="{F4E5FDCE-231A-41D7-B9F0-FF7AD63A0D25}" type="pres">
      <dgm:prSet presAssocID="{01AB20E2-4083-48B6-B48F-834F8CFEDA3D}" presName="thickLine" presStyleLbl="alignNode1" presStyleIdx="7" presStyleCnt="9"/>
      <dgm:spPr/>
    </dgm:pt>
    <dgm:pt modelId="{45576B62-BD8C-4EA9-819F-E72A6103ED90}" type="pres">
      <dgm:prSet presAssocID="{01AB20E2-4083-48B6-B48F-834F8CFEDA3D}" presName="horz1" presStyleCnt="0"/>
      <dgm:spPr/>
    </dgm:pt>
    <dgm:pt modelId="{5146FE52-FC2A-4910-9880-7F17B20F289E}" type="pres">
      <dgm:prSet presAssocID="{01AB20E2-4083-48B6-B48F-834F8CFEDA3D}" presName="tx1" presStyleLbl="revTx" presStyleIdx="7" presStyleCnt="9"/>
      <dgm:spPr/>
    </dgm:pt>
    <dgm:pt modelId="{68337481-C0D2-4FEE-922B-EBEEF41D09AC}" type="pres">
      <dgm:prSet presAssocID="{01AB20E2-4083-48B6-B48F-834F8CFEDA3D}" presName="vert1" presStyleCnt="0"/>
      <dgm:spPr/>
    </dgm:pt>
    <dgm:pt modelId="{B2514F2F-0DF5-4A9D-908A-CEAF0BCEBED2}" type="pres">
      <dgm:prSet presAssocID="{9799D141-56DE-4322-A4FE-FE95F836BE15}" presName="thickLine" presStyleLbl="alignNode1" presStyleIdx="8" presStyleCnt="9"/>
      <dgm:spPr/>
    </dgm:pt>
    <dgm:pt modelId="{939CEB19-2501-406B-85DC-B795941913AA}" type="pres">
      <dgm:prSet presAssocID="{9799D141-56DE-4322-A4FE-FE95F836BE15}" presName="horz1" presStyleCnt="0"/>
      <dgm:spPr/>
    </dgm:pt>
    <dgm:pt modelId="{21B5BFCA-5BC5-44D8-B7CD-13DE8728EA0C}" type="pres">
      <dgm:prSet presAssocID="{9799D141-56DE-4322-A4FE-FE95F836BE15}" presName="tx1" presStyleLbl="revTx" presStyleIdx="8" presStyleCnt="9"/>
      <dgm:spPr/>
    </dgm:pt>
    <dgm:pt modelId="{7C813C07-C6B0-460E-BDC2-EB83EEDE611C}" type="pres">
      <dgm:prSet presAssocID="{9799D141-56DE-4322-A4FE-FE95F836BE15}" presName="vert1" presStyleCnt="0"/>
      <dgm:spPr/>
    </dgm:pt>
  </dgm:ptLst>
  <dgm:cxnLst>
    <dgm:cxn modelId="{2097B504-F8A9-416A-81FA-3E40F0C5C72B}" srcId="{09FA32BA-EF16-4FBB-A423-3E084924190F}" destId="{9799D141-56DE-4322-A4FE-FE95F836BE15}" srcOrd="8" destOrd="0" parTransId="{FDA43F81-7784-4C94-A277-487CD7B477EA}" sibTransId="{D0035BC3-5F88-4053-AEA8-9E72D1626D96}"/>
    <dgm:cxn modelId="{8B6E110F-A3CA-48CA-9D34-2AC1156E902E}" srcId="{09FA32BA-EF16-4FBB-A423-3E084924190F}" destId="{41A952D3-26A7-4C7E-9B0F-95BC28FBAA16}" srcOrd="1" destOrd="0" parTransId="{4AA64E5D-84B7-441A-A67A-198FEB1326FB}" sibTransId="{42A34FCC-F6FE-467C-8EEC-0086F7ADF2B5}"/>
    <dgm:cxn modelId="{DE3F3833-A90E-409F-85FB-FEC6BA767F25}" srcId="{09FA32BA-EF16-4FBB-A423-3E084924190F}" destId="{B7F12735-1918-47DD-84A9-D32DD6803190}" srcOrd="2" destOrd="0" parTransId="{AEBBC3CE-4B1D-4964-93E7-1762923E2540}" sibTransId="{1EFF44BB-0762-4B85-84C8-6EDDDE86351F}"/>
    <dgm:cxn modelId="{ECFA5335-0020-429B-8642-A4D20BCB280D}" srcId="{09FA32BA-EF16-4FBB-A423-3E084924190F}" destId="{FAF2BEA5-EB19-4223-BCFE-D9A57E7469F2}" srcOrd="3" destOrd="0" parTransId="{0999FE32-A634-4923-B7ED-F43CCAD9F76A}" sibTransId="{46B9FEF2-ABC3-41C4-837D-B31D1EF950D4}"/>
    <dgm:cxn modelId="{E66C6B3C-28E7-4812-8F9C-97C1D0B27467}" type="presOf" srcId="{FAF2BEA5-EB19-4223-BCFE-D9A57E7469F2}" destId="{E7C36AE7-911B-456F-8476-570B72267D7F}" srcOrd="0" destOrd="0" presId="urn:microsoft.com/office/officeart/2008/layout/LinedList"/>
    <dgm:cxn modelId="{EC48E63F-6900-41CB-9513-C75D1E1AE04F}" type="presOf" srcId="{8C9EF019-E4B5-4241-B8F6-493C43AF8DA0}" destId="{78D5C64E-48EE-4122-8DE5-8EB619003525}" srcOrd="0" destOrd="0" presId="urn:microsoft.com/office/officeart/2008/layout/LinedList"/>
    <dgm:cxn modelId="{E4EF7440-D486-4EEA-B1D2-E243E8435184}" type="presOf" srcId="{9799D141-56DE-4322-A4FE-FE95F836BE15}" destId="{21B5BFCA-5BC5-44D8-B7CD-13DE8728EA0C}" srcOrd="0" destOrd="0" presId="urn:microsoft.com/office/officeart/2008/layout/LinedList"/>
    <dgm:cxn modelId="{C4828065-F54E-4C91-B921-9CBE5AD061AE}" type="presOf" srcId="{41A952D3-26A7-4C7E-9B0F-95BC28FBAA16}" destId="{A8F42580-B84D-4539-93EB-518008DC63A1}" srcOrd="0" destOrd="0" presId="urn:microsoft.com/office/officeart/2008/layout/LinedList"/>
    <dgm:cxn modelId="{5F35C545-1A99-4E62-B2B1-872BC72D0165}" srcId="{09FA32BA-EF16-4FBB-A423-3E084924190F}" destId="{86421DE9-6066-48D1-8916-D0CC059E88F1}" srcOrd="6" destOrd="0" parTransId="{FECBCEBB-5F20-4554-A4A7-D00B1775E330}" sibTransId="{36A1BB2E-7DC2-4996-BE66-5E0285FDC5CB}"/>
    <dgm:cxn modelId="{2F2EDD66-07F5-45DB-A3C1-363E33B34F00}" type="presOf" srcId="{A131209A-5855-48DB-88BC-7371BC640F85}" destId="{926F5DB4-3D0D-43CD-9044-B79CD97C5633}" srcOrd="0" destOrd="0" presId="urn:microsoft.com/office/officeart/2008/layout/LinedList"/>
    <dgm:cxn modelId="{5226F857-0077-4542-A92A-6FEBE4D18C02}" type="presOf" srcId="{01AB20E2-4083-48B6-B48F-834F8CFEDA3D}" destId="{5146FE52-FC2A-4910-9880-7F17B20F289E}" srcOrd="0" destOrd="0" presId="urn:microsoft.com/office/officeart/2008/layout/LinedList"/>
    <dgm:cxn modelId="{29823599-DCC1-4519-8552-5738F106E857}" srcId="{09FA32BA-EF16-4FBB-A423-3E084924190F}" destId="{01AB20E2-4083-48B6-B48F-834F8CFEDA3D}" srcOrd="7" destOrd="0" parTransId="{0F7D53CE-C3DA-4CBD-81E6-988138EB3D2A}" sibTransId="{E1290F2B-677A-47AD-8D59-FE7D54858701}"/>
    <dgm:cxn modelId="{F6E7959E-9825-4B4F-8FFD-505A811A81F6}" type="presOf" srcId="{09FA32BA-EF16-4FBB-A423-3E084924190F}" destId="{602791B0-1828-4F4F-BEDC-83208CC0FF63}" srcOrd="0" destOrd="0" presId="urn:microsoft.com/office/officeart/2008/layout/LinedList"/>
    <dgm:cxn modelId="{7750CEA2-3B7D-4D40-839E-183D30A83CA9}" type="presOf" srcId="{B7F12735-1918-47DD-84A9-D32DD6803190}" destId="{C321C1FF-7B17-4892-8407-D512CB6891FA}" srcOrd="0" destOrd="0" presId="urn:microsoft.com/office/officeart/2008/layout/LinedList"/>
    <dgm:cxn modelId="{75D77DB1-9998-4C1B-802C-D3BAFE283968}" srcId="{09FA32BA-EF16-4FBB-A423-3E084924190F}" destId="{51B060EB-0B4B-49C0-8105-9DBFF4ADF8AA}" srcOrd="0" destOrd="0" parTransId="{90CA9943-489A-4B99-A602-5E259FB23CE6}" sibTransId="{D2EB1650-36F6-4BBC-8EEF-AED8D6F41431}"/>
    <dgm:cxn modelId="{C20C2ED5-AD46-4C6C-969D-C5087239BD03}" srcId="{09FA32BA-EF16-4FBB-A423-3E084924190F}" destId="{A131209A-5855-48DB-88BC-7371BC640F85}" srcOrd="4" destOrd="0" parTransId="{324DE703-2B17-4419-ACAB-9F8066E64930}" sibTransId="{D04BC17A-CAB5-4763-93FD-D9C3331F666A}"/>
    <dgm:cxn modelId="{8C63D2EC-E8A1-4C45-A303-B10F7D3621A5}" srcId="{09FA32BA-EF16-4FBB-A423-3E084924190F}" destId="{8C9EF019-E4B5-4241-B8F6-493C43AF8DA0}" srcOrd="5" destOrd="0" parTransId="{8F689B59-7F0A-4B35-89B7-D73050796DEF}" sibTransId="{8558BBED-04E0-4703-B2AE-21A47BBB52C4}"/>
    <dgm:cxn modelId="{164990F1-8E3D-4587-8383-E6836869E5A3}" type="presOf" srcId="{86421DE9-6066-48D1-8916-D0CC059E88F1}" destId="{FD227B9C-6067-427B-9E0F-C633504FC84F}" srcOrd="0" destOrd="0" presId="urn:microsoft.com/office/officeart/2008/layout/LinedList"/>
    <dgm:cxn modelId="{8A2036FF-FE1C-4952-840B-F13F32C2ACA5}" type="presOf" srcId="{51B060EB-0B4B-49C0-8105-9DBFF4ADF8AA}" destId="{0A4CE713-5D57-4DB1-8210-6274F8CA9F66}" srcOrd="0" destOrd="0" presId="urn:microsoft.com/office/officeart/2008/layout/LinedList"/>
    <dgm:cxn modelId="{099FEF9A-FDFC-4F9B-B065-1E3BF59360D1}" type="presParOf" srcId="{602791B0-1828-4F4F-BEDC-83208CC0FF63}" destId="{AD8775EC-E889-4E9C-95E4-CC621C108149}" srcOrd="0" destOrd="0" presId="urn:microsoft.com/office/officeart/2008/layout/LinedList"/>
    <dgm:cxn modelId="{977D50A0-80A4-4A00-85A3-6370CCE145E8}" type="presParOf" srcId="{602791B0-1828-4F4F-BEDC-83208CC0FF63}" destId="{0DFAB862-C0A3-4930-91A7-DED87F6330A0}" srcOrd="1" destOrd="0" presId="urn:microsoft.com/office/officeart/2008/layout/LinedList"/>
    <dgm:cxn modelId="{7E79EB13-1FA5-4FF2-81D0-43871BF82353}" type="presParOf" srcId="{0DFAB862-C0A3-4930-91A7-DED87F6330A0}" destId="{0A4CE713-5D57-4DB1-8210-6274F8CA9F66}" srcOrd="0" destOrd="0" presId="urn:microsoft.com/office/officeart/2008/layout/LinedList"/>
    <dgm:cxn modelId="{D41A9D31-406A-4218-A2F4-4C3FDCD7000A}" type="presParOf" srcId="{0DFAB862-C0A3-4930-91A7-DED87F6330A0}" destId="{C33E0E80-842B-4F3E-97BE-56299664549C}" srcOrd="1" destOrd="0" presId="urn:microsoft.com/office/officeart/2008/layout/LinedList"/>
    <dgm:cxn modelId="{463696B6-713D-4B83-AED6-6200118AE64A}" type="presParOf" srcId="{602791B0-1828-4F4F-BEDC-83208CC0FF63}" destId="{D7F321ED-FACB-4B0E-B8A2-D2DE36D1DEF9}" srcOrd="2" destOrd="0" presId="urn:microsoft.com/office/officeart/2008/layout/LinedList"/>
    <dgm:cxn modelId="{6042B216-AF29-4575-99B3-A172D5A32D44}" type="presParOf" srcId="{602791B0-1828-4F4F-BEDC-83208CC0FF63}" destId="{986E96B5-ED6E-437C-B2BA-FDE20B66AB5C}" srcOrd="3" destOrd="0" presId="urn:microsoft.com/office/officeart/2008/layout/LinedList"/>
    <dgm:cxn modelId="{3AAE9534-3282-4725-94F6-8EDC5FA179D4}" type="presParOf" srcId="{986E96B5-ED6E-437C-B2BA-FDE20B66AB5C}" destId="{A8F42580-B84D-4539-93EB-518008DC63A1}" srcOrd="0" destOrd="0" presId="urn:microsoft.com/office/officeart/2008/layout/LinedList"/>
    <dgm:cxn modelId="{EDE6D46D-5026-432C-B1FB-20536B7AF6F9}" type="presParOf" srcId="{986E96B5-ED6E-437C-B2BA-FDE20B66AB5C}" destId="{BDC227CB-CC2D-4343-B2E8-A8DD213074D4}" srcOrd="1" destOrd="0" presId="urn:microsoft.com/office/officeart/2008/layout/LinedList"/>
    <dgm:cxn modelId="{5DE27DED-BB6B-456D-915C-078832FB0F6D}" type="presParOf" srcId="{602791B0-1828-4F4F-BEDC-83208CC0FF63}" destId="{A023FCED-8AA2-4BDA-AC3E-C90DECA14DAD}" srcOrd="4" destOrd="0" presId="urn:microsoft.com/office/officeart/2008/layout/LinedList"/>
    <dgm:cxn modelId="{5BD978C8-0CFF-497D-B7E6-BDA5504A19A4}" type="presParOf" srcId="{602791B0-1828-4F4F-BEDC-83208CC0FF63}" destId="{0ACBD770-8521-4C5F-AF2A-6AFB6CCD85AE}" srcOrd="5" destOrd="0" presId="urn:microsoft.com/office/officeart/2008/layout/LinedList"/>
    <dgm:cxn modelId="{44B70A6C-9A25-44F7-A8FB-E50CC988074F}" type="presParOf" srcId="{0ACBD770-8521-4C5F-AF2A-6AFB6CCD85AE}" destId="{C321C1FF-7B17-4892-8407-D512CB6891FA}" srcOrd="0" destOrd="0" presId="urn:microsoft.com/office/officeart/2008/layout/LinedList"/>
    <dgm:cxn modelId="{D7DBF3D7-8CDC-4645-9F35-9A321F9DCBCB}" type="presParOf" srcId="{0ACBD770-8521-4C5F-AF2A-6AFB6CCD85AE}" destId="{861C99D4-456B-4A55-8FDD-1DAB96F22F99}" srcOrd="1" destOrd="0" presId="urn:microsoft.com/office/officeart/2008/layout/LinedList"/>
    <dgm:cxn modelId="{B52FB1B8-EB26-496A-B323-99E576C9B9A3}" type="presParOf" srcId="{602791B0-1828-4F4F-BEDC-83208CC0FF63}" destId="{ABFDF2BF-6F62-44D1-BC5B-0A2568FCB23F}" srcOrd="6" destOrd="0" presId="urn:microsoft.com/office/officeart/2008/layout/LinedList"/>
    <dgm:cxn modelId="{2A54D5D5-9F21-4CF7-8EBA-79BE94EC459E}" type="presParOf" srcId="{602791B0-1828-4F4F-BEDC-83208CC0FF63}" destId="{D8DB92E6-4AA4-40DE-824B-E233CFEE1E12}" srcOrd="7" destOrd="0" presId="urn:microsoft.com/office/officeart/2008/layout/LinedList"/>
    <dgm:cxn modelId="{6E3F22D0-0704-4D46-B14A-03C18C36019C}" type="presParOf" srcId="{D8DB92E6-4AA4-40DE-824B-E233CFEE1E12}" destId="{E7C36AE7-911B-456F-8476-570B72267D7F}" srcOrd="0" destOrd="0" presId="urn:microsoft.com/office/officeart/2008/layout/LinedList"/>
    <dgm:cxn modelId="{D1BC3443-CB4B-49BD-9CBD-646E4A9489D1}" type="presParOf" srcId="{D8DB92E6-4AA4-40DE-824B-E233CFEE1E12}" destId="{F12DE92A-912D-42EF-9CD8-869A325CC21C}" srcOrd="1" destOrd="0" presId="urn:microsoft.com/office/officeart/2008/layout/LinedList"/>
    <dgm:cxn modelId="{89A5A012-06C4-4412-B648-7AB5D532D249}" type="presParOf" srcId="{602791B0-1828-4F4F-BEDC-83208CC0FF63}" destId="{61B2EAD1-8B24-4A42-BD30-1F9F0B74E8AB}" srcOrd="8" destOrd="0" presId="urn:microsoft.com/office/officeart/2008/layout/LinedList"/>
    <dgm:cxn modelId="{D734539E-7A97-4883-AA8F-2564F3298426}" type="presParOf" srcId="{602791B0-1828-4F4F-BEDC-83208CC0FF63}" destId="{378B39BF-20B7-42F9-9EF9-8E1608A04314}" srcOrd="9" destOrd="0" presId="urn:microsoft.com/office/officeart/2008/layout/LinedList"/>
    <dgm:cxn modelId="{7111B83B-77FB-4AE0-81D4-B50FBA6321FC}" type="presParOf" srcId="{378B39BF-20B7-42F9-9EF9-8E1608A04314}" destId="{926F5DB4-3D0D-43CD-9044-B79CD97C5633}" srcOrd="0" destOrd="0" presId="urn:microsoft.com/office/officeart/2008/layout/LinedList"/>
    <dgm:cxn modelId="{9FA56F5B-141D-413A-8473-1EAA120F315F}" type="presParOf" srcId="{378B39BF-20B7-42F9-9EF9-8E1608A04314}" destId="{39207562-6FAD-4B25-B6C9-691DCE56DB19}" srcOrd="1" destOrd="0" presId="urn:microsoft.com/office/officeart/2008/layout/LinedList"/>
    <dgm:cxn modelId="{7142A192-7400-4240-AE32-0E889B1D9A43}" type="presParOf" srcId="{602791B0-1828-4F4F-BEDC-83208CC0FF63}" destId="{21015E3D-24A4-4308-84E6-1371A05B8B85}" srcOrd="10" destOrd="0" presId="urn:microsoft.com/office/officeart/2008/layout/LinedList"/>
    <dgm:cxn modelId="{A2DF4BEF-6B96-4CC2-99F1-4C6C91D3C351}" type="presParOf" srcId="{602791B0-1828-4F4F-BEDC-83208CC0FF63}" destId="{305683FD-0A05-4CCB-97AD-D764A797C9A5}" srcOrd="11" destOrd="0" presId="urn:microsoft.com/office/officeart/2008/layout/LinedList"/>
    <dgm:cxn modelId="{F8D59902-A9EB-4040-9D12-6CF7E5892B18}" type="presParOf" srcId="{305683FD-0A05-4CCB-97AD-D764A797C9A5}" destId="{78D5C64E-48EE-4122-8DE5-8EB619003525}" srcOrd="0" destOrd="0" presId="urn:microsoft.com/office/officeart/2008/layout/LinedList"/>
    <dgm:cxn modelId="{4B1BD9B2-EA20-4C99-B310-966ACACF33FB}" type="presParOf" srcId="{305683FD-0A05-4CCB-97AD-D764A797C9A5}" destId="{F6EF6C32-E4B8-4D5F-9921-AC378FD0BBFB}" srcOrd="1" destOrd="0" presId="urn:microsoft.com/office/officeart/2008/layout/LinedList"/>
    <dgm:cxn modelId="{2DF7E2ED-6FCC-4B33-A9FD-733B74819C93}" type="presParOf" srcId="{602791B0-1828-4F4F-BEDC-83208CC0FF63}" destId="{F95251AD-29F9-473E-877A-A1035B79DBFB}" srcOrd="12" destOrd="0" presId="urn:microsoft.com/office/officeart/2008/layout/LinedList"/>
    <dgm:cxn modelId="{8FA7E511-D0D2-4086-8433-1C5AEDC35F35}" type="presParOf" srcId="{602791B0-1828-4F4F-BEDC-83208CC0FF63}" destId="{ABE215D9-0931-40B5-A9BA-2DD15D41CDF1}" srcOrd="13" destOrd="0" presId="urn:microsoft.com/office/officeart/2008/layout/LinedList"/>
    <dgm:cxn modelId="{8A3EF3F1-A25D-44E8-B8D0-786FA87F993C}" type="presParOf" srcId="{ABE215D9-0931-40B5-A9BA-2DD15D41CDF1}" destId="{FD227B9C-6067-427B-9E0F-C633504FC84F}" srcOrd="0" destOrd="0" presId="urn:microsoft.com/office/officeart/2008/layout/LinedList"/>
    <dgm:cxn modelId="{7C1C5A5C-6888-46C2-A434-F07ECB3430D8}" type="presParOf" srcId="{ABE215D9-0931-40B5-A9BA-2DD15D41CDF1}" destId="{B86122A3-ACEE-41DE-98D1-9DF14171FC00}" srcOrd="1" destOrd="0" presId="urn:microsoft.com/office/officeart/2008/layout/LinedList"/>
    <dgm:cxn modelId="{7A043A8D-F0AA-4D76-BDE8-ED9296E08585}" type="presParOf" srcId="{602791B0-1828-4F4F-BEDC-83208CC0FF63}" destId="{F4E5FDCE-231A-41D7-B9F0-FF7AD63A0D25}" srcOrd="14" destOrd="0" presId="urn:microsoft.com/office/officeart/2008/layout/LinedList"/>
    <dgm:cxn modelId="{3EA1D63C-0E7C-47BF-A1A3-4F077ED50D81}" type="presParOf" srcId="{602791B0-1828-4F4F-BEDC-83208CC0FF63}" destId="{45576B62-BD8C-4EA9-819F-E72A6103ED90}" srcOrd="15" destOrd="0" presId="urn:microsoft.com/office/officeart/2008/layout/LinedList"/>
    <dgm:cxn modelId="{593184F3-C844-4AF1-A1BA-9F4E06706B93}" type="presParOf" srcId="{45576B62-BD8C-4EA9-819F-E72A6103ED90}" destId="{5146FE52-FC2A-4910-9880-7F17B20F289E}" srcOrd="0" destOrd="0" presId="urn:microsoft.com/office/officeart/2008/layout/LinedList"/>
    <dgm:cxn modelId="{43C95482-DE90-4DD6-A221-CA68A1FFB5F0}" type="presParOf" srcId="{45576B62-BD8C-4EA9-819F-E72A6103ED90}" destId="{68337481-C0D2-4FEE-922B-EBEEF41D09AC}" srcOrd="1" destOrd="0" presId="urn:microsoft.com/office/officeart/2008/layout/LinedList"/>
    <dgm:cxn modelId="{E0D7EB0C-0C86-41B0-83A6-2DF7159EF82F}" type="presParOf" srcId="{602791B0-1828-4F4F-BEDC-83208CC0FF63}" destId="{B2514F2F-0DF5-4A9D-908A-CEAF0BCEBED2}" srcOrd="16" destOrd="0" presId="urn:microsoft.com/office/officeart/2008/layout/LinedList"/>
    <dgm:cxn modelId="{6A907EE4-00CC-4951-B3FF-90467D98A2DF}" type="presParOf" srcId="{602791B0-1828-4F4F-BEDC-83208CC0FF63}" destId="{939CEB19-2501-406B-85DC-B795941913AA}" srcOrd="17" destOrd="0" presId="urn:microsoft.com/office/officeart/2008/layout/LinedList"/>
    <dgm:cxn modelId="{2775B9A3-1447-4EB3-8BEC-D3FB079621D5}" type="presParOf" srcId="{939CEB19-2501-406B-85DC-B795941913AA}" destId="{21B5BFCA-5BC5-44D8-B7CD-13DE8728EA0C}" srcOrd="0" destOrd="0" presId="urn:microsoft.com/office/officeart/2008/layout/LinedList"/>
    <dgm:cxn modelId="{E14751D9-174A-4817-86EE-D8C6A9A1BC05}" type="presParOf" srcId="{939CEB19-2501-406B-85DC-B795941913AA}" destId="{7C813C07-C6B0-460E-BDC2-EB83EEDE61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97266A-5A83-4F5B-9A64-5267F367307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29AB52-258B-4AB9-9B72-3A144FDB83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VIN History + Risk Scoring</a:t>
          </a:r>
          <a:endParaRPr lang="en-US" sz="1200"/>
        </a:p>
      </dgm:t>
    </dgm:pt>
    <dgm:pt modelId="{CAD45BDD-F51E-400D-8C62-3A7214B228CE}" type="parTrans" cxnId="{6B75B5AC-3BF6-43B9-BB61-4B6CDD1C88DE}">
      <dgm:prSet/>
      <dgm:spPr/>
      <dgm:t>
        <a:bodyPr/>
        <a:lstStyle/>
        <a:p>
          <a:endParaRPr lang="en-US" sz="2000"/>
        </a:p>
      </dgm:t>
    </dgm:pt>
    <dgm:pt modelId="{989F2ECC-82FC-4A70-A837-C4C95114BBE7}" type="sibTrans" cxnId="{6B75B5AC-3BF6-43B9-BB61-4B6CDD1C88DE}">
      <dgm:prSet/>
      <dgm:spPr/>
      <dgm:t>
        <a:bodyPr/>
        <a:lstStyle/>
        <a:p>
          <a:endParaRPr lang="en-US" sz="2000"/>
        </a:p>
      </dgm:t>
    </dgm:pt>
    <dgm:pt modelId="{6A0D1618-2076-452B-B29B-C5FC164465C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Battery health, accidents, recalls, service records</a:t>
          </a:r>
          <a:endParaRPr lang="en-US" sz="1200"/>
        </a:p>
      </dgm:t>
    </dgm:pt>
    <dgm:pt modelId="{F86E14C3-20D3-4A4F-82FB-36943E79C76B}" type="parTrans" cxnId="{824CAC80-86E1-4845-ADAD-B0A3AF7362EE}">
      <dgm:prSet/>
      <dgm:spPr/>
      <dgm:t>
        <a:bodyPr/>
        <a:lstStyle/>
        <a:p>
          <a:endParaRPr lang="en-US" sz="2000"/>
        </a:p>
      </dgm:t>
    </dgm:pt>
    <dgm:pt modelId="{3A60C23C-07F3-4864-98C8-5CEFD85602F7}" type="sibTrans" cxnId="{824CAC80-86E1-4845-ADAD-B0A3AF7362EE}">
      <dgm:prSet/>
      <dgm:spPr/>
      <dgm:t>
        <a:bodyPr/>
        <a:lstStyle/>
        <a:p>
          <a:endParaRPr lang="en-US" sz="2000"/>
        </a:p>
      </dgm:t>
    </dgm:pt>
    <dgm:pt modelId="{CD8F3D80-3B78-4447-816D-8E88FCB770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→ Auto-fills accurate risk flags &amp; deal ratings</a:t>
          </a:r>
          <a:endParaRPr lang="en-US" sz="1200"/>
        </a:p>
      </dgm:t>
    </dgm:pt>
    <dgm:pt modelId="{370CA71B-D094-4472-A156-DC8A691B519E}" type="parTrans" cxnId="{7754725A-E3CD-47BD-999A-03F97F08BB71}">
      <dgm:prSet/>
      <dgm:spPr/>
      <dgm:t>
        <a:bodyPr/>
        <a:lstStyle/>
        <a:p>
          <a:endParaRPr lang="en-US" sz="2000"/>
        </a:p>
      </dgm:t>
    </dgm:pt>
    <dgm:pt modelId="{C55B5B80-64F7-47FD-94DE-F7B1F1F88390}" type="sibTrans" cxnId="{7754725A-E3CD-47BD-999A-03F97F08BB71}">
      <dgm:prSet/>
      <dgm:spPr/>
      <dgm:t>
        <a:bodyPr/>
        <a:lstStyle/>
        <a:p>
          <a:endParaRPr lang="en-US" sz="2000"/>
        </a:p>
      </dgm:t>
    </dgm:pt>
    <dgm:pt modelId="{E2981C5E-224F-4E0A-AFED-9B2F3A197F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Photo Generation API</a:t>
          </a:r>
          <a:endParaRPr lang="en-US" sz="1200"/>
        </a:p>
      </dgm:t>
    </dgm:pt>
    <dgm:pt modelId="{C2E7AA15-1BE7-46EB-8976-1BF616F0BC2F}" type="parTrans" cxnId="{E5073129-1293-4B2B-BBFC-722E15E48780}">
      <dgm:prSet/>
      <dgm:spPr/>
      <dgm:t>
        <a:bodyPr/>
        <a:lstStyle/>
        <a:p>
          <a:endParaRPr lang="en-US" sz="2000"/>
        </a:p>
      </dgm:t>
    </dgm:pt>
    <dgm:pt modelId="{BF8983D1-93FA-4378-8FFF-B85BF91761B6}" type="sibTrans" cxnId="{E5073129-1293-4B2B-BBFC-722E15E48780}">
      <dgm:prSet/>
      <dgm:spPr/>
      <dgm:t>
        <a:bodyPr/>
        <a:lstStyle/>
        <a:p>
          <a:endParaRPr lang="en-US" sz="2000"/>
        </a:p>
      </dgm:t>
    </dgm:pt>
    <dgm:pt modelId="{AE3790E5-DB4D-43D1-B4AD-4778E54FE0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Lifestyle shots based on user ZIP + climate</a:t>
          </a:r>
          <a:endParaRPr lang="en-US" sz="1200"/>
        </a:p>
      </dgm:t>
    </dgm:pt>
    <dgm:pt modelId="{A1CC8427-4901-488C-A158-5318DA3F0699}" type="parTrans" cxnId="{78D7F04A-B2DC-4453-AFE4-9716D4E6974C}">
      <dgm:prSet/>
      <dgm:spPr/>
      <dgm:t>
        <a:bodyPr/>
        <a:lstStyle/>
        <a:p>
          <a:endParaRPr lang="en-US" sz="2000"/>
        </a:p>
      </dgm:t>
    </dgm:pt>
    <dgm:pt modelId="{FF0659A0-BF76-4E1E-8174-C7DE491F96DA}" type="sibTrans" cxnId="{78D7F04A-B2DC-4453-AFE4-9716D4E6974C}">
      <dgm:prSet/>
      <dgm:spPr/>
      <dgm:t>
        <a:bodyPr/>
        <a:lstStyle/>
        <a:p>
          <a:endParaRPr lang="en-US" sz="2000"/>
        </a:p>
      </dgm:t>
    </dgm:pt>
    <dgm:pt modelId="{C54BF167-9278-4D5B-BB50-1BD28F717C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→ Makes My Garage visual &amp; sticky (3–4× save rate)</a:t>
          </a:r>
          <a:endParaRPr lang="en-US" sz="1200" dirty="0"/>
        </a:p>
      </dgm:t>
    </dgm:pt>
    <dgm:pt modelId="{F62AD07C-C45E-4B42-89D1-1C06A6AE0169}" type="parTrans" cxnId="{8F0FF1C1-EF03-43C4-BC55-B671763B8F4A}">
      <dgm:prSet/>
      <dgm:spPr/>
      <dgm:t>
        <a:bodyPr/>
        <a:lstStyle/>
        <a:p>
          <a:endParaRPr lang="en-US" sz="2000"/>
        </a:p>
      </dgm:t>
    </dgm:pt>
    <dgm:pt modelId="{A7EB8171-F086-44C0-90F3-C41F5C68D2E4}" type="sibTrans" cxnId="{8F0FF1C1-EF03-43C4-BC55-B671763B8F4A}">
      <dgm:prSet/>
      <dgm:spPr/>
      <dgm:t>
        <a:bodyPr/>
        <a:lstStyle/>
        <a:p>
          <a:endParaRPr lang="en-US" sz="2000"/>
        </a:p>
      </dgm:t>
    </dgm:pt>
    <dgm:pt modelId="{D83B9EEC-155F-4DD5-906D-E9A0E989FE7F}" type="pres">
      <dgm:prSet presAssocID="{C797266A-5A83-4F5B-9A64-5267F3673075}" presName="root" presStyleCnt="0">
        <dgm:presLayoutVars>
          <dgm:dir/>
          <dgm:resizeHandles val="exact"/>
        </dgm:presLayoutVars>
      </dgm:prSet>
      <dgm:spPr/>
    </dgm:pt>
    <dgm:pt modelId="{4E940B65-0D7A-4343-99A8-CBE98D33B720}" type="pres">
      <dgm:prSet presAssocID="{BB29AB52-258B-4AB9-9B72-3A144FDB83B0}" presName="compNode" presStyleCnt="0"/>
      <dgm:spPr/>
    </dgm:pt>
    <dgm:pt modelId="{74ABB0BC-8098-4AC8-A6E4-D0F12183F979}" type="pres">
      <dgm:prSet presAssocID="{BB29AB52-258B-4AB9-9B72-3A144FDB83B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42F6CBF-DE0B-4CEF-8ED3-6B73EA2AACD5}" type="pres">
      <dgm:prSet presAssocID="{BB29AB52-258B-4AB9-9B72-3A144FDB83B0}" presName="spaceRect" presStyleCnt="0"/>
      <dgm:spPr/>
    </dgm:pt>
    <dgm:pt modelId="{E79A141A-64BB-4F3B-A973-C1D251FCFB24}" type="pres">
      <dgm:prSet presAssocID="{BB29AB52-258B-4AB9-9B72-3A144FDB83B0}" presName="textRect" presStyleLbl="revTx" presStyleIdx="0" presStyleCnt="6">
        <dgm:presLayoutVars>
          <dgm:chMax val="1"/>
          <dgm:chPref val="1"/>
        </dgm:presLayoutVars>
      </dgm:prSet>
      <dgm:spPr/>
    </dgm:pt>
    <dgm:pt modelId="{7B60C1D0-9780-488F-BDD1-00173B50E76C}" type="pres">
      <dgm:prSet presAssocID="{989F2ECC-82FC-4A70-A837-C4C95114BBE7}" presName="sibTrans" presStyleCnt="0"/>
      <dgm:spPr/>
    </dgm:pt>
    <dgm:pt modelId="{C6237283-5436-4FE4-A2B6-603FB5F66524}" type="pres">
      <dgm:prSet presAssocID="{6A0D1618-2076-452B-B29B-C5FC164465C9}" presName="compNode" presStyleCnt="0"/>
      <dgm:spPr/>
    </dgm:pt>
    <dgm:pt modelId="{C4BB289A-FD2B-4F2C-BDF4-C8598CD2BF56}" type="pres">
      <dgm:prSet presAssocID="{6A0D1618-2076-452B-B29B-C5FC164465C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73A6268E-BD71-49E7-B685-7B527C30604B}" type="pres">
      <dgm:prSet presAssocID="{6A0D1618-2076-452B-B29B-C5FC164465C9}" presName="spaceRect" presStyleCnt="0"/>
      <dgm:spPr/>
    </dgm:pt>
    <dgm:pt modelId="{5BC9FA32-9918-4C41-8420-82A622603630}" type="pres">
      <dgm:prSet presAssocID="{6A0D1618-2076-452B-B29B-C5FC164465C9}" presName="textRect" presStyleLbl="revTx" presStyleIdx="1" presStyleCnt="6">
        <dgm:presLayoutVars>
          <dgm:chMax val="1"/>
          <dgm:chPref val="1"/>
        </dgm:presLayoutVars>
      </dgm:prSet>
      <dgm:spPr/>
    </dgm:pt>
    <dgm:pt modelId="{D863A110-E8B4-4AAE-885D-C9E47FDD8433}" type="pres">
      <dgm:prSet presAssocID="{3A60C23C-07F3-4864-98C8-5CEFD85602F7}" presName="sibTrans" presStyleCnt="0"/>
      <dgm:spPr/>
    </dgm:pt>
    <dgm:pt modelId="{01221817-BF46-456E-9C98-29A07D7B962D}" type="pres">
      <dgm:prSet presAssocID="{CD8F3D80-3B78-4447-816D-8E88FCB770E9}" presName="compNode" presStyleCnt="0"/>
      <dgm:spPr/>
    </dgm:pt>
    <dgm:pt modelId="{1234117F-F6DE-4DF7-A2CF-6A56CDCAD312}" type="pres">
      <dgm:prSet presAssocID="{CD8F3D80-3B78-4447-816D-8E88FCB770E9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AA520817-E1DF-4C04-BE8F-558D9ED202DC}" type="pres">
      <dgm:prSet presAssocID="{CD8F3D80-3B78-4447-816D-8E88FCB770E9}" presName="spaceRect" presStyleCnt="0"/>
      <dgm:spPr/>
    </dgm:pt>
    <dgm:pt modelId="{A6D37949-6CB6-4144-B6BC-E1B29D3EAD3F}" type="pres">
      <dgm:prSet presAssocID="{CD8F3D80-3B78-4447-816D-8E88FCB770E9}" presName="textRect" presStyleLbl="revTx" presStyleIdx="2" presStyleCnt="6">
        <dgm:presLayoutVars>
          <dgm:chMax val="1"/>
          <dgm:chPref val="1"/>
        </dgm:presLayoutVars>
      </dgm:prSet>
      <dgm:spPr/>
    </dgm:pt>
    <dgm:pt modelId="{3A8A1504-EFC6-46B7-9388-3F4D6ED89BCE}" type="pres">
      <dgm:prSet presAssocID="{C55B5B80-64F7-47FD-94DE-F7B1F1F88390}" presName="sibTrans" presStyleCnt="0"/>
      <dgm:spPr/>
    </dgm:pt>
    <dgm:pt modelId="{647B4579-ABC2-48EE-BFF0-6BE47CF400D4}" type="pres">
      <dgm:prSet presAssocID="{E2981C5E-224F-4E0A-AFED-9B2F3A197F32}" presName="compNode" presStyleCnt="0"/>
      <dgm:spPr/>
    </dgm:pt>
    <dgm:pt modelId="{3F65026A-DEFA-4D08-A36F-CBCED7E65FF4}" type="pres">
      <dgm:prSet presAssocID="{E2981C5E-224F-4E0A-AFED-9B2F3A197F32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60CE17EF-7AE0-404F-976F-DCD143B56D6F}" type="pres">
      <dgm:prSet presAssocID="{E2981C5E-224F-4E0A-AFED-9B2F3A197F32}" presName="spaceRect" presStyleCnt="0"/>
      <dgm:spPr/>
    </dgm:pt>
    <dgm:pt modelId="{345DE62A-64CF-4D69-BF33-AB73C9872841}" type="pres">
      <dgm:prSet presAssocID="{E2981C5E-224F-4E0A-AFED-9B2F3A197F32}" presName="textRect" presStyleLbl="revTx" presStyleIdx="3" presStyleCnt="6">
        <dgm:presLayoutVars>
          <dgm:chMax val="1"/>
          <dgm:chPref val="1"/>
        </dgm:presLayoutVars>
      </dgm:prSet>
      <dgm:spPr/>
    </dgm:pt>
    <dgm:pt modelId="{B5147DD3-9132-4E33-BEBB-A7F9D09A06DC}" type="pres">
      <dgm:prSet presAssocID="{BF8983D1-93FA-4378-8FFF-B85BF91761B6}" presName="sibTrans" presStyleCnt="0"/>
      <dgm:spPr/>
    </dgm:pt>
    <dgm:pt modelId="{197EBA69-4D14-4120-BF04-3BEDA23BB499}" type="pres">
      <dgm:prSet presAssocID="{AE3790E5-DB4D-43D1-B4AD-4778E54FE085}" presName="compNode" presStyleCnt="0"/>
      <dgm:spPr/>
    </dgm:pt>
    <dgm:pt modelId="{6084A799-7F6B-4CD1-AC60-ACDAB9435910}" type="pres">
      <dgm:prSet presAssocID="{AE3790E5-DB4D-43D1-B4AD-4778E54FE08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5F14DDC-98DF-48BE-8556-77D916FDE4D0}" type="pres">
      <dgm:prSet presAssocID="{AE3790E5-DB4D-43D1-B4AD-4778E54FE085}" presName="spaceRect" presStyleCnt="0"/>
      <dgm:spPr/>
    </dgm:pt>
    <dgm:pt modelId="{318D3A72-BA7E-48F0-A6EA-D0DC83B0E3F9}" type="pres">
      <dgm:prSet presAssocID="{AE3790E5-DB4D-43D1-B4AD-4778E54FE085}" presName="textRect" presStyleLbl="revTx" presStyleIdx="4" presStyleCnt="6">
        <dgm:presLayoutVars>
          <dgm:chMax val="1"/>
          <dgm:chPref val="1"/>
        </dgm:presLayoutVars>
      </dgm:prSet>
      <dgm:spPr/>
    </dgm:pt>
    <dgm:pt modelId="{BE348E0B-204C-4BBC-B887-925D2B691830}" type="pres">
      <dgm:prSet presAssocID="{FF0659A0-BF76-4E1E-8174-C7DE491F96DA}" presName="sibTrans" presStyleCnt="0"/>
      <dgm:spPr/>
    </dgm:pt>
    <dgm:pt modelId="{12531619-A384-498E-8E49-820AEDE3EBD3}" type="pres">
      <dgm:prSet presAssocID="{C54BF167-9278-4D5B-BB50-1BD28F717CE1}" presName="compNode" presStyleCnt="0"/>
      <dgm:spPr/>
    </dgm:pt>
    <dgm:pt modelId="{A29EB4A5-E8F8-451F-BE1C-990E8CF4B0FC}" type="pres">
      <dgm:prSet presAssocID="{C54BF167-9278-4D5B-BB50-1BD28F717CE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DCE27DA-B6E9-4E8B-A87C-6F587729BFD4}" type="pres">
      <dgm:prSet presAssocID="{C54BF167-9278-4D5B-BB50-1BD28F717CE1}" presName="spaceRect" presStyleCnt="0"/>
      <dgm:spPr/>
    </dgm:pt>
    <dgm:pt modelId="{2030604E-56F6-446C-B4BF-D980C0993AFA}" type="pres">
      <dgm:prSet presAssocID="{C54BF167-9278-4D5B-BB50-1BD28F717CE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31CBE08-1859-4108-B5AF-F21CC6C41331}" type="presOf" srcId="{E2981C5E-224F-4E0A-AFED-9B2F3A197F32}" destId="{345DE62A-64CF-4D69-BF33-AB73C9872841}" srcOrd="0" destOrd="0" presId="urn:microsoft.com/office/officeart/2018/2/layout/IconLabelList"/>
    <dgm:cxn modelId="{E5073129-1293-4B2B-BBFC-722E15E48780}" srcId="{C797266A-5A83-4F5B-9A64-5267F3673075}" destId="{E2981C5E-224F-4E0A-AFED-9B2F3A197F32}" srcOrd="3" destOrd="0" parTransId="{C2E7AA15-1BE7-46EB-8976-1BF616F0BC2F}" sibTransId="{BF8983D1-93FA-4378-8FFF-B85BF91761B6}"/>
    <dgm:cxn modelId="{FEA59D63-90CD-4333-A074-48D77224BABF}" type="presOf" srcId="{6A0D1618-2076-452B-B29B-C5FC164465C9}" destId="{5BC9FA32-9918-4C41-8420-82A622603630}" srcOrd="0" destOrd="0" presId="urn:microsoft.com/office/officeart/2018/2/layout/IconLabelList"/>
    <dgm:cxn modelId="{22177B68-9332-4D20-92BD-AC10D785BE08}" type="presOf" srcId="{AE3790E5-DB4D-43D1-B4AD-4778E54FE085}" destId="{318D3A72-BA7E-48F0-A6EA-D0DC83B0E3F9}" srcOrd="0" destOrd="0" presId="urn:microsoft.com/office/officeart/2018/2/layout/IconLabelList"/>
    <dgm:cxn modelId="{78D7F04A-B2DC-4453-AFE4-9716D4E6974C}" srcId="{C797266A-5A83-4F5B-9A64-5267F3673075}" destId="{AE3790E5-DB4D-43D1-B4AD-4778E54FE085}" srcOrd="4" destOrd="0" parTransId="{A1CC8427-4901-488C-A158-5318DA3F0699}" sibTransId="{FF0659A0-BF76-4E1E-8174-C7DE491F96DA}"/>
    <dgm:cxn modelId="{EB36DF6B-2B7D-4DA3-808B-FD3472B36F9C}" type="presOf" srcId="{BB29AB52-258B-4AB9-9B72-3A144FDB83B0}" destId="{E79A141A-64BB-4F3B-A973-C1D251FCFB24}" srcOrd="0" destOrd="0" presId="urn:microsoft.com/office/officeart/2018/2/layout/IconLabelList"/>
    <dgm:cxn modelId="{3E395D55-1FA5-4A29-9F3A-7113B3BC6414}" type="presOf" srcId="{C797266A-5A83-4F5B-9A64-5267F3673075}" destId="{D83B9EEC-155F-4DD5-906D-E9A0E989FE7F}" srcOrd="0" destOrd="0" presId="urn:microsoft.com/office/officeart/2018/2/layout/IconLabelList"/>
    <dgm:cxn modelId="{3190685A-578D-4E2A-9B9C-CC1E1B5FEB91}" type="presOf" srcId="{CD8F3D80-3B78-4447-816D-8E88FCB770E9}" destId="{A6D37949-6CB6-4144-B6BC-E1B29D3EAD3F}" srcOrd="0" destOrd="0" presId="urn:microsoft.com/office/officeart/2018/2/layout/IconLabelList"/>
    <dgm:cxn modelId="{7754725A-E3CD-47BD-999A-03F97F08BB71}" srcId="{C797266A-5A83-4F5B-9A64-5267F3673075}" destId="{CD8F3D80-3B78-4447-816D-8E88FCB770E9}" srcOrd="2" destOrd="0" parTransId="{370CA71B-D094-4472-A156-DC8A691B519E}" sibTransId="{C55B5B80-64F7-47FD-94DE-F7B1F1F88390}"/>
    <dgm:cxn modelId="{824CAC80-86E1-4845-ADAD-B0A3AF7362EE}" srcId="{C797266A-5A83-4F5B-9A64-5267F3673075}" destId="{6A0D1618-2076-452B-B29B-C5FC164465C9}" srcOrd="1" destOrd="0" parTransId="{F86E14C3-20D3-4A4F-82FB-36943E79C76B}" sibTransId="{3A60C23C-07F3-4864-98C8-5CEFD85602F7}"/>
    <dgm:cxn modelId="{6B75B5AC-3BF6-43B9-BB61-4B6CDD1C88DE}" srcId="{C797266A-5A83-4F5B-9A64-5267F3673075}" destId="{BB29AB52-258B-4AB9-9B72-3A144FDB83B0}" srcOrd="0" destOrd="0" parTransId="{CAD45BDD-F51E-400D-8C62-3A7214B228CE}" sibTransId="{989F2ECC-82FC-4A70-A837-C4C95114BBE7}"/>
    <dgm:cxn modelId="{8E795CB5-6A28-4FFA-9F6E-3FA9629090F4}" type="presOf" srcId="{C54BF167-9278-4D5B-BB50-1BD28F717CE1}" destId="{2030604E-56F6-446C-B4BF-D980C0993AFA}" srcOrd="0" destOrd="0" presId="urn:microsoft.com/office/officeart/2018/2/layout/IconLabelList"/>
    <dgm:cxn modelId="{8F0FF1C1-EF03-43C4-BC55-B671763B8F4A}" srcId="{C797266A-5A83-4F5B-9A64-5267F3673075}" destId="{C54BF167-9278-4D5B-BB50-1BD28F717CE1}" srcOrd="5" destOrd="0" parTransId="{F62AD07C-C45E-4B42-89D1-1C06A6AE0169}" sibTransId="{A7EB8171-F086-44C0-90F3-C41F5C68D2E4}"/>
    <dgm:cxn modelId="{F9903579-799E-4CF5-B6A5-7012D4BBDA1D}" type="presParOf" srcId="{D83B9EEC-155F-4DD5-906D-E9A0E989FE7F}" destId="{4E940B65-0D7A-4343-99A8-CBE98D33B720}" srcOrd="0" destOrd="0" presId="urn:microsoft.com/office/officeart/2018/2/layout/IconLabelList"/>
    <dgm:cxn modelId="{95B1848D-DDC8-4898-B706-C297EC8D1D9C}" type="presParOf" srcId="{4E940B65-0D7A-4343-99A8-CBE98D33B720}" destId="{74ABB0BC-8098-4AC8-A6E4-D0F12183F979}" srcOrd="0" destOrd="0" presId="urn:microsoft.com/office/officeart/2018/2/layout/IconLabelList"/>
    <dgm:cxn modelId="{C1FA08F2-3207-4343-B00B-00D748BF8860}" type="presParOf" srcId="{4E940B65-0D7A-4343-99A8-CBE98D33B720}" destId="{842F6CBF-DE0B-4CEF-8ED3-6B73EA2AACD5}" srcOrd="1" destOrd="0" presId="urn:microsoft.com/office/officeart/2018/2/layout/IconLabelList"/>
    <dgm:cxn modelId="{E78643F9-05CB-4DD9-BD6D-859768379B99}" type="presParOf" srcId="{4E940B65-0D7A-4343-99A8-CBE98D33B720}" destId="{E79A141A-64BB-4F3B-A973-C1D251FCFB24}" srcOrd="2" destOrd="0" presId="urn:microsoft.com/office/officeart/2018/2/layout/IconLabelList"/>
    <dgm:cxn modelId="{35F1B02A-81C3-486A-BA4B-438E3E9DF115}" type="presParOf" srcId="{D83B9EEC-155F-4DD5-906D-E9A0E989FE7F}" destId="{7B60C1D0-9780-488F-BDD1-00173B50E76C}" srcOrd="1" destOrd="0" presId="urn:microsoft.com/office/officeart/2018/2/layout/IconLabelList"/>
    <dgm:cxn modelId="{FF3848C3-F585-41CF-924B-CE66A3A8E020}" type="presParOf" srcId="{D83B9EEC-155F-4DD5-906D-E9A0E989FE7F}" destId="{C6237283-5436-4FE4-A2B6-603FB5F66524}" srcOrd="2" destOrd="0" presId="urn:microsoft.com/office/officeart/2018/2/layout/IconLabelList"/>
    <dgm:cxn modelId="{D56AA577-8CB3-4F58-B85A-1C0E9AF0DC2B}" type="presParOf" srcId="{C6237283-5436-4FE4-A2B6-603FB5F66524}" destId="{C4BB289A-FD2B-4F2C-BDF4-C8598CD2BF56}" srcOrd="0" destOrd="0" presId="urn:microsoft.com/office/officeart/2018/2/layout/IconLabelList"/>
    <dgm:cxn modelId="{2D726F14-02D4-47FF-8D2F-0E95F4966960}" type="presParOf" srcId="{C6237283-5436-4FE4-A2B6-603FB5F66524}" destId="{73A6268E-BD71-49E7-B685-7B527C30604B}" srcOrd="1" destOrd="0" presId="urn:microsoft.com/office/officeart/2018/2/layout/IconLabelList"/>
    <dgm:cxn modelId="{9B2B2A98-2A4B-46B4-9344-30D4327635E9}" type="presParOf" srcId="{C6237283-5436-4FE4-A2B6-603FB5F66524}" destId="{5BC9FA32-9918-4C41-8420-82A622603630}" srcOrd="2" destOrd="0" presId="urn:microsoft.com/office/officeart/2018/2/layout/IconLabelList"/>
    <dgm:cxn modelId="{F04882BF-649F-47FE-8A56-AA9605A50485}" type="presParOf" srcId="{D83B9EEC-155F-4DD5-906D-E9A0E989FE7F}" destId="{D863A110-E8B4-4AAE-885D-C9E47FDD8433}" srcOrd="3" destOrd="0" presId="urn:microsoft.com/office/officeart/2018/2/layout/IconLabelList"/>
    <dgm:cxn modelId="{862A1989-01AF-4E3D-B354-26D796D0D257}" type="presParOf" srcId="{D83B9EEC-155F-4DD5-906D-E9A0E989FE7F}" destId="{01221817-BF46-456E-9C98-29A07D7B962D}" srcOrd="4" destOrd="0" presId="urn:microsoft.com/office/officeart/2018/2/layout/IconLabelList"/>
    <dgm:cxn modelId="{9D810F7E-0FC8-48FC-A646-811CEB5454D1}" type="presParOf" srcId="{01221817-BF46-456E-9C98-29A07D7B962D}" destId="{1234117F-F6DE-4DF7-A2CF-6A56CDCAD312}" srcOrd="0" destOrd="0" presId="urn:microsoft.com/office/officeart/2018/2/layout/IconLabelList"/>
    <dgm:cxn modelId="{34F1E66B-F5A1-4EAF-AF2C-8E9502A73C6F}" type="presParOf" srcId="{01221817-BF46-456E-9C98-29A07D7B962D}" destId="{AA520817-E1DF-4C04-BE8F-558D9ED202DC}" srcOrd="1" destOrd="0" presId="urn:microsoft.com/office/officeart/2018/2/layout/IconLabelList"/>
    <dgm:cxn modelId="{DF402A8D-CC0F-48BD-8F4B-8C5DEF4A857D}" type="presParOf" srcId="{01221817-BF46-456E-9C98-29A07D7B962D}" destId="{A6D37949-6CB6-4144-B6BC-E1B29D3EAD3F}" srcOrd="2" destOrd="0" presId="urn:microsoft.com/office/officeart/2018/2/layout/IconLabelList"/>
    <dgm:cxn modelId="{3888DA85-6AB2-4680-959A-41E38D063014}" type="presParOf" srcId="{D83B9EEC-155F-4DD5-906D-E9A0E989FE7F}" destId="{3A8A1504-EFC6-46B7-9388-3F4D6ED89BCE}" srcOrd="5" destOrd="0" presId="urn:microsoft.com/office/officeart/2018/2/layout/IconLabelList"/>
    <dgm:cxn modelId="{0183D06E-B640-44FE-B6AF-27B7A074899F}" type="presParOf" srcId="{D83B9EEC-155F-4DD5-906D-E9A0E989FE7F}" destId="{647B4579-ABC2-48EE-BFF0-6BE47CF400D4}" srcOrd="6" destOrd="0" presId="urn:microsoft.com/office/officeart/2018/2/layout/IconLabelList"/>
    <dgm:cxn modelId="{9F37AA20-F9EC-4765-B9DD-489F31570843}" type="presParOf" srcId="{647B4579-ABC2-48EE-BFF0-6BE47CF400D4}" destId="{3F65026A-DEFA-4D08-A36F-CBCED7E65FF4}" srcOrd="0" destOrd="0" presId="urn:microsoft.com/office/officeart/2018/2/layout/IconLabelList"/>
    <dgm:cxn modelId="{AA5D8C9A-814A-40F3-B6B6-8649F0327877}" type="presParOf" srcId="{647B4579-ABC2-48EE-BFF0-6BE47CF400D4}" destId="{60CE17EF-7AE0-404F-976F-DCD143B56D6F}" srcOrd="1" destOrd="0" presId="urn:microsoft.com/office/officeart/2018/2/layout/IconLabelList"/>
    <dgm:cxn modelId="{BEEB69F4-34F1-4171-87CE-EA47E5EDAF31}" type="presParOf" srcId="{647B4579-ABC2-48EE-BFF0-6BE47CF400D4}" destId="{345DE62A-64CF-4D69-BF33-AB73C9872841}" srcOrd="2" destOrd="0" presId="urn:microsoft.com/office/officeart/2018/2/layout/IconLabelList"/>
    <dgm:cxn modelId="{420AF327-EBB7-4E6B-A6D5-E4A1FB979B5A}" type="presParOf" srcId="{D83B9EEC-155F-4DD5-906D-E9A0E989FE7F}" destId="{B5147DD3-9132-4E33-BEBB-A7F9D09A06DC}" srcOrd="7" destOrd="0" presId="urn:microsoft.com/office/officeart/2018/2/layout/IconLabelList"/>
    <dgm:cxn modelId="{4E8A4CD4-969F-460A-BBE2-81EF0198F89D}" type="presParOf" srcId="{D83B9EEC-155F-4DD5-906D-E9A0E989FE7F}" destId="{197EBA69-4D14-4120-BF04-3BEDA23BB499}" srcOrd="8" destOrd="0" presId="urn:microsoft.com/office/officeart/2018/2/layout/IconLabelList"/>
    <dgm:cxn modelId="{F6A61EDD-C0FB-40BE-9FCF-7F532F87DFCF}" type="presParOf" srcId="{197EBA69-4D14-4120-BF04-3BEDA23BB499}" destId="{6084A799-7F6B-4CD1-AC60-ACDAB9435910}" srcOrd="0" destOrd="0" presId="urn:microsoft.com/office/officeart/2018/2/layout/IconLabelList"/>
    <dgm:cxn modelId="{B4F67130-414C-46ED-B4A6-541C0D15C5B8}" type="presParOf" srcId="{197EBA69-4D14-4120-BF04-3BEDA23BB499}" destId="{D5F14DDC-98DF-48BE-8556-77D916FDE4D0}" srcOrd="1" destOrd="0" presId="urn:microsoft.com/office/officeart/2018/2/layout/IconLabelList"/>
    <dgm:cxn modelId="{582DFBC0-AABC-47DC-8614-5ACF69EE8E4C}" type="presParOf" srcId="{197EBA69-4D14-4120-BF04-3BEDA23BB499}" destId="{318D3A72-BA7E-48F0-A6EA-D0DC83B0E3F9}" srcOrd="2" destOrd="0" presId="urn:microsoft.com/office/officeart/2018/2/layout/IconLabelList"/>
    <dgm:cxn modelId="{4EAA9F5C-60D4-407C-A554-5AF4995E477D}" type="presParOf" srcId="{D83B9EEC-155F-4DD5-906D-E9A0E989FE7F}" destId="{BE348E0B-204C-4BBC-B887-925D2B691830}" srcOrd="9" destOrd="0" presId="urn:microsoft.com/office/officeart/2018/2/layout/IconLabelList"/>
    <dgm:cxn modelId="{9F4E2569-7CBD-4165-B197-C46A236BD69A}" type="presParOf" srcId="{D83B9EEC-155F-4DD5-906D-E9A0E989FE7F}" destId="{12531619-A384-498E-8E49-820AEDE3EBD3}" srcOrd="10" destOrd="0" presId="urn:microsoft.com/office/officeart/2018/2/layout/IconLabelList"/>
    <dgm:cxn modelId="{A0383BDA-D900-43F2-8662-6AA4DF4B5102}" type="presParOf" srcId="{12531619-A384-498E-8E49-820AEDE3EBD3}" destId="{A29EB4A5-E8F8-451F-BE1C-990E8CF4B0FC}" srcOrd="0" destOrd="0" presId="urn:microsoft.com/office/officeart/2018/2/layout/IconLabelList"/>
    <dgm:cxn modelId="{BFF03E21-6F74-402A-9272-6ED9DAB06F17}" type="presParOf" srcId="{12531619-A384-498E-8E49-820AEDE3EBD3}" destId="{6DCE27DA-B6E9-4E8B-A87C-6F587729BFD4}" srcOrd="1" destOrd="0" presId="urn:microsoft.com/office/officeart/2018/2/layout/IconLabelList"/>
    <dgm:cxn modelId="{5ECE702D-A125-4C75-8BC5-54867BCDD1E1}" type="presParOf" srcId="{12531619-A384-498E-8E49-820AEDE3EBD3}" destId="{2030604E-56F6-446C-B4BF-D980C0993A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775EC-E889-4E9C-95E4-CC621C108149}">
      <dsp:nvSpPr>
        <dsp:cNvPr id="0" name=""/>
        <dsp:cNvSpPr/>
      </dsp:nvSpPr>
      <dsp:spPr>
        <a:xfrm>
          <a:off x="0" y="609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CE713-5D57-4DB1-8210-6274F8CA9F66}">
      <dsp:nvSpPr>
        <dsp:cNvPr id="0" name=""/>
        <dsp:cNvSpPr/>
      </dsp:nvSpPr>
      <dsp:spPr>
        <a:xfrm>
          <a:off x="0" y="609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Who we are</a:t>
          </a:r>
          <a:endParaRPr lang="en-US" sz="1800" kern="1200" dirty="0"/>
        </a:p>
      </dsp:txBody>
      <dsp:txXfrm>
        <a:off x="0" y="609"/>
        <a:ext cx="5057503" cy="554364"/>
      </dsp:txXfrm>
    </dsp:sp>
    <dsp:sp modelId="{D7F321ED-FACB-4B0E-B8A2-D2DE36D1DEF9}">
      <dsp:nvSpPr>
        <dsp:cNvPr id="0" name=""/>
        <dsp:cNvSpPr/>
      </dsp:nvSpPr>
      <dsp:spPr>
        <a:xfrm>
          <a:off x="0" y="554973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42580-B84D-4539-93EB-518008DC63A1}">
      <dsp:nvSpPr>
        <dsp:cNvPr id="0" name=""/>
        <dsp:cNvSpPr/>
      </dsp:nvSpPr>
      <dsp:spPr>
        <a:xfrm>
          <a:off x="0" y="554973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Early-stage platform focused on real lifestyle fit, charging predictability, and routine risk</a:t>
          </a:r>
          <a:endParaRPr lang="en-US" sz="1600" kern="1200" dirty="0"/>
        </a:p>
      </dsp:txBody>
      <dsp:txXfrm>
        <a:off x="0" y="554973"/>
        <a:ext cx="5057503" cy="554364"/>
      </dsp:txXfrm>
    </dsp:sp>
    <dsp:sp modelId="{A023FCED-8AA2-4BDA-AC3E-C90DECA14DAD}">
      <dsp:nvSpPr>
        <dsp:cNvPr id="0" name=""/>
        <dsp:cNvSpPr/>
      </dsp:nvSpPr>
      <dsp:spPr>
        <a:xfrm>
          <a:off x="0" y="1109337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1C1FF-7B17-4892-8407-D512CB6891FA}">
      <dsp:nvSpPr>
        <dsp:cNvPr id="0" name=""/>
        <dsp:cNvSpPr/>
      </dsp:nvSpPr>
      <dsp:spPr>
        <a:xfrm>
          <a:off x="0" y="1109337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Built for thoughtful skeptics: apartment dwellers, relocators, used/budget EV shoppers</a:t>
          </a:r>
          <a:endParaRPr lang="en-US" sz="1600" kern="1200"/>
        </a:p>
      </dsp:txBody>
      <dsp:txXfrm>
        <a:off x="0" y="1109337"/>
        <a:ext cx="5057503" cy="554364"/>
      </dsp:txXfrm>
    </dsp:sp>
    <dsp:sp modelId="{ABFDF2BF-6F62-44D1-BC5B-0A2568FCB23F}">
      <dsp:nvSpPr>
        <dsp:cNvPr id="0" name=""/>
        <dsp:cNvSpPr/>
      </dsp:nvSpPr>
      <dsp:spPr>
        <a:xfrm>
          <a:off x="0" y="1663702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36AE7-911B-456F-8476-570B72267D7F}">
      <dsp:nvSpPr>
        <dsp:cNvPr id="0" name=""/>
        <dsp:cNvSpPr/>
      </dsp:nvSpPr>
      <dsp:spPr>
        <a:xfrm>
          <a:off x="0" y="1663702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100% organic growth</a:t>
          </a:r>
          <a:endParaRPr lang="en-US" sz="1600" kern="1200"/>
        </a:p>
      </dsp:txBody>
      <dsp:txXfrm>
        <a:off x="0" y="1663702"/>
        <a:ext cx="5057503" cy="554364"/>
      </dsp:txXfrm>
    </dsp:sp>
    <dsp:sp modelId="{61B2EAD1-8B24-4A42-BD30-1F9F0B74E8AB}">
      <dsp:nvSpPr>
        <dsp:cNvPr id="0" name=""/>
        <dsp:cNvSpPr/>
      </dsp:nvSpPr>
      <dsp:spPr>
        <a:xfrm>
          <a:off x="0" y="2218066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6F5DB4-3D0D-43CD-9044-B79CD97C5633}">
      <dsp:nvSpPr>
        <dsp:cNvPr id="0" name=""/>
        <dsp:cNvSpPr/>
      </dsp:nvSpPr>
      <dsp:spPr>
        <a:xfrm>
          <a:off x="0" y="2218066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Traction (last 30 days)</a:t>
          </a:r>
          <a:endParaRPr lang="en-US" sz="1600" kern="1200"/>
        </a:p>
      </dsp:txBody>
      <dsp:txXfrm>
        <a:off x="0" y="2218066"/>
        <a:ext cx="5057503" cy="554364"/>
      </dsp:txXfrm>
    </dsp:sp>
    <dsp:sp modelId="{21015E3D-24A4-4308-84E6-1371A05B8B85}">
      <dsp:nvSpPr>
        <dsp:cNvPr id="0" name=""/>
        <dsp:cNvSpPr/>
      </dsp:nvSpPr>
      <dsp:spPr>
        <a:xfrm>
          <a:off x="0" y="2772431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5C64E-48EE-4122-8DE5-8EB619003525}">
      <dsp:nvSpPr>
        <dsp:cNvPr id="0" name=""/>
        <dsp:cNvSpPr/>
      </dsp:nvSpPr>
      <dsp:spPr>
        <a:xfrm>
          <a:off x="0" y="2772431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225 Deal Checker receipts</a:t>
          </a:r>
          <a:endParaRPr lang="en-US" sz="1600" kern="1200"/>
        </a:p>
      </dsp:txBody>
      <dsp:txXfrm>
        <a:off x="0" y="2772431"/>
        <a:ext cx="5057503" cy="554364"/>
      </dsp:txXfrm>
    </dsp:sp>
    <dsp:sp modelId="{F95251AD-29F9-473E-877A-A1035B79DBFB}">
      <dsp:nvSpPr>
        <dsp:cNvPr id="0" name=""/>
        <dsp:cNvSpPr/>
      </dsp:nvSpPr>
      <dsp:spPr>
        <a:xfrm>
          <a:off x="0" y="3326795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27B9C-6067-427B-9E0F-C633504FC84F}">
      <dsp:nvSpPr>
        <dsp:cNvPr id="0" name=""/>
        <dsp:cNvSpPr/>
      </dsp:nvSpPr>
      <dsp:spPr>
        <a:xfrm>
          <a:off x="0" y="3326795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101 full EV-Risk reports</a:t>
          </a:r>
          <a:endParaRPr lang="en-US" sz="1600" kern="1200"/>
        </a:p>
      </dsp:txBody>
      <dsp:txXfrm>
        <a:off x="0" y="3326795"/>
        <a:ext cx="5057503" cy="554364"/>
      </dsp:txXfrm>
    </dsp:sp>
    <dsp:sp modelId="{F4E5FDCE-231A-41D7-B9F0-FF7AD63A0D25}">
      <dsp:nvSpPr>
        <dsp:cNvPr id="0" name=""/>
        <dsp:cNvSpPr/>
      </dsp:nvSpPr>
      <dsp:spPr>
        <a:xfrm>
          <a:off x="0" y="3881160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6FE52-FC2A-4910-9880-7F17B20F289E}">
      <dsp:nvSpPr>
        <dsp:cNvPr id="0" name=""/>
        <dsp:cNvSpPr/>
      </dsp:nvSpPr>
      <dsp:spPr>
        <a:xfrm>
          <a:off x="0" y="3881160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1,000 unique visitors / 3,033 visits</a:t>
          </a:r>
          <a:endParaRPr lang="en-US" sz="1600" kern="1200"/>
        </a:p>
      </dsp:txBody>
      <dsp:txXfrm>
        <a:off x="0" y="3881160"/>
        <a:ext cx="5057503" cy="554364"/>
      </dsp:txXfrm>
    </dsp:sp>
    <dsp:sp modelId="{B2514F2F-0DF5-4A9D-908A-CEAF0BCEBED2}">
      <dsp:nvSpPr>
        <dsp:cNvPr id="0" name=""/>
        <dsp:cNvSpPr/>
      </dsp:nvSpPr>
      <dsp:spPr>
        <a:xfrm>
          <a:off x="0" y="4435524"/>
          <a:ext cx="50575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5BFCA-5BC5-44D8-B7CD-13DE8728EA0C}">
      <dsp:nvSpPr>
        <dsp:cNvPr id="0" name=""/>
        <dsp:cNvSpPr/>
      </dsp:nvSpPr>
      <dsp:spPr>
        <a:xfrm>
          <a:off x="0" y="4435524"/>
          <a:ext cx="5057503" cy="554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March MAU: ~550 and climbing</a:t>
          </a:r>
          <a:endParaRPr lang="en-US" sz="1600" kern="1200"/>
        </a:p>
      </dsp:txBody>
      <dsp:txXfrm>
        <a:off x="0" y="4435524"/>
        <a:ext cx="5057503" cy="5543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BB0BC-8098-4AC8-A6E4-D0F12183F979}">
      <dsp:nvSpPr>
        <dsp:cNvPr id="0" name=""/>
        <dsp:cNvSpPr/>
      </dsp:nvSpPr>
      <dsp:spPr>
        <a:xfrm>
          <a:off x="353172" y="280855"/>
          <a:ext cx="576650" cy="57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A141A-64BB-4F3B-A973-C1D251FCFB24}">
      <dsp:nvSpPr>
        <dsp:cNvPr id="0" name=""/>
        <dsp:cNvSpPr/>
      </dsp:nvSpPr>
      <dsp:spPr>
        <a:xfrm>
          <a:off x="775" y="1066178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VIN History + Risk Scoring</a:t>
          </a:r>
          <a:endParaRPr lang="en-US" sz="1200" kern="1200"/>
        </a:p>
      </dsp:txBody>
      <dsp:txXfrm>
        <a:off x="775" y="1066178"/>
        <a:ext cx="1281445" cy="512578"/>
      </dsp:txXfrm>
    </dsp:sp>
    <dsp:sp modelId="{C4BB289A-FD2B-4F2C-BDF4-C8598CD2BF56}">
      <dsp:nvSpPr>
        <dsp:cNvPr id="0" name=""/>
        <dsp:cNvSpPr/>
      </dsp:nvSpPr>
      <dsp:spPr>
        <a:xfrm>
          <a:off x="1858870" y="280855"/>
          <a:ext cx="576650" cy="57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9FA32-9918-4C41-8420-82A622603630}">
      <dsp:nvSpPr>
        <dsp:cNvPr id="0" name=""/>
        <dsp:cNvSpPr/>
      </dsp:nvSpPr>
      <dsp:spPr>
        <a:xfrm>
          <a:off x="1506473" y="1066178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Battery health, accidents, recalls, service records</a:t>
          </a:r>
          <a:endParaRPr lang="en-US" sz="1200" kern="1200"/>
        </a:p>
      </dsp:txBody>
      <dsp:txXfrm>
        <a:off x="1506473" y="1066178"/>
        <a:ext cx="1281445" cy="512578"/>
      </dsp:txXfrm>
    </dsp:sp>
    <dsp:sp modelId="{1234117F-F6DE-4DF7-A2CF-6A56CDCAD312}">
      <dsp:nvSpPr>
        <dsp:cNvPr id="0" name=""/>
        <dsp:cNvSpPr/>
      </dsp:nvSpPr>
      <dsp:spPr>
        <a:xfrm>
          <a:off x="3364569" y="280855"/>
          <a:ext cx="576650" cy="57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37949-6CB6-4144-B6BC-E1B29D3EAD3F}">
      <dsp:nvSpPr>
        <dsp:cNvPr id="0" name=""/>
        <dsp:cNvSpPr/>
      </dsp:nvSpPr>
      <dsp:spPr>
        <a:xfrm>
          <a:off x="3012171" y="1066178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→ Auto-fills accurate risk flags &amp; deal ratings</a:t>
          </a:r>
          <a:endParaRPr lang="en-US" sz="1200" kern="1200"/>
        </a:p>
      </dsp:txBody>
      <dsp:txXfrm>
        <a:off x="3012171" y="1066178"/>
        <a:ext cx="1281445" cy="512578"/>
      </dsp:txXfrm>
    </dsp:sp>
    <dsp:sp modelId="{3F65026A-DEFA-4D08-A36F-CBCED7E65FF4}">
      <dsp:nvSpPr>
        <dsp:cNvPr id="0" name=""/>
        <dsp:cNvSpPr/>
      </dsp:nvSpPr>
      <dsp:spPr>
        <a:xfrm>
          <a:off x="353172" y="1899118"/>
          <a:ext cx="576650" cy="57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DE62A-64CF-4D69-BF33-AB73C9872841}">
      <dsp:nvSpPr>
        <dsp:cNvPr id="0" name=""/>
        <dsp:cNvSpPr/>
      </dsp:nvSpPr>
      <dsp:spPr>
        <a:xfrm>
          <a:off x="775" y="2684441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Photo Generation API</a:t>
          </a:r>
          <a:endParaRPr lang="en-US" sz="1200" kern="1200"/>
        </a:p>
      </dsp:txBody>
      <dsp:txXfrm>
        <a:off x="775" y="2684441"/>
        <a:ext cx="1281445" cy="512578"/>
      </dsp:txXfrm>
    </dsp:sp>
    <dsp:sp modelId="{6084A799-7F6B-4CD1-AC60-ACDAB9435910}">
      <dsp:nvSpPr>
        <dsp:cNvPr id="0" name=""/>
        <dsp:cNvSpPr/>
      </dsp:nvSpPr>
      <dsp:spPr>
        <a:xfrm>
          <a:off x="1858870" y="1899118"/>
          <a:ext cx="576650" cy="57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D3A72-BA7E-48F0-A6EA-D0DC83B0E3F9}">
      <dsp:nvSpPr>
        <dsp:cNvPr id="0" name=""/>
        <dsp:cNvSpPr/>
      </dsp:nvSpPr>
      <dsp:spPr>
        <a:xfrm>
          <a:off x="1506473" y="2684441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Lifestyle shots based on user ZIP + climate</a:t>
          </a:r>
          <a:endParaRPr lang="en-US" sz="1200" kern="1200"/>
        </a:p>
      </dsp:txBody>
      <dsp:txXfrm>
        <a:off x="1506473" y="2684441"/>
        <a:ext cx="1281445" cy="512578"/>
      </dsp:txXfrm>
    </dsp:sp>
    <dsp:sp modelId="{A29EB4A5-E8F8-451F-BE1C-990E8CF4B0FC}">
      <dsp:nvSpPr>
        <dsp:cNvPr id="0" name=""/>
        <dsp:cNvSpPr/>
      </dsp:nvSpPr>
      <dsp:spPr>
        <a:xfrm>
          <a:off x="3364569" y="1899118"/>
          <a:ext cx="576650" cy="57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0604E-56F6-446C-B4BF-D980C0993AFA}">
      <dsp:nvSpPr>
        <dsp:cNvPr id="0" name=""/>
        <dsp:cNvSpPr/>
      </dsp:nvSpPr>
      <dsp:spPr>
        <a:xfrm>
          <a:off x="3012171" y="2684441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→ Makes My Garage visual &amp; sticky (3–4× save rate)</a:t>
          </a:r>
          <a:endParaRPr lang="en-US" sz="1200" kern="1200" dirty="0"/>
        </a:p>
      </dsp:txBody>
      <dsp:txXfrm>
        <a:off x="3012171" y="2684441"/>
        <a:ext cx="1281445" cy="512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6313" y="583004"/>
            <a:ext cx="68136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800" dirty="0"/>
              <a:t>OFFO Labs – Trusted EV Decision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5107" y="2227080"/>
            <a:ext cx="33087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What buyers are checking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Sonata Hybrid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Bolt EV 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Nissan Leaf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lang="en-US" sz="2000" dirty="0"/>
              <a:t>P</a:t>
            </a:r>
            <a:r>
              <a:rPr sz="2000" dirty="0"/>
              <a:t>ractical hybrids</a:t>
            </a:r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340135" y="6181615"/>
            <a:ext cx="84637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 i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My Garage + side-by-side compare launching now. Monetization starts June 1.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EE5546-6ACF-A32D-C4C6-41B0465B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857" y="-117384"/>
            <a:ext cx="1610687" cy="826698"/>
          </a:xfrm>
          <a:prstGeom prst="rect">
            <a:avLst/>
          </a:prstGeom>
        </p:spPr>
      </p:pic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72F6F4EA-F134-FE83-1A3A-FE58B3F49B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7691317"/>
              </p:ext>
            </p:extLst>
          </p:nvPr>
        </p:nvGraphicFramePr>
        <p:xfrm>
          <a:off x="91439" y="1175657"/>
          <a:ext cx="5057504" cy="4990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34894" y="615021"/>
            <a:ext cx="65000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800" dirty="0"/>
              <a:t>How </a:t>
            </a:r>
            <a:r>
              <a:rPr sz="2800" dirty="0" err="1"/>
              <a:t>VINaudit</a:t>
            </a:r>
            <a:r>
              <a:rPr sz="2800" dirty="0"/>
              <a:t> APIs Will Supercharge OFFO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6056" y="1482651"/>
            <a:ext cx="429439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Market Value &amp; Deal Rating</a:t>
            </a:r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Local comps + Fair/Good/Great Deal score</a:t>
            </a:r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→ Turns users into negotiators</a:t>
            </a:r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endParaRPr sz="2000" dirty="0"/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Bulk Dealer Upload + Recalls</a:t>
            </a:r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Inventory scoring + automated alerts</a:t>
            </a:r>
          </a:p>
          <a:p>
            <a:pPr>
              <a:defRPr sz="3800" b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→ Powers dealer dashboard at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56039"/>
            <a:ext cx="785529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3800" b="1" i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Pilot ask: 3-month startup pilot (50–70% discount preferred)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3800" b="1" i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Sandbox keys today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3800" b="1" i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Target: $0.08–$0.12 per VIN lookup or flat $499/mo</a:t>
            </a:r>
            <a:r>
              <a:rPr lang="en-US" sz="2000" dirty="0"/>
              <a:t>nth</a:t>
            </a:r>
            <a:r>
              <a:rPr sz="2000" dirty="0"/>
              <a:t> early-stage 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3800" b="1" i="1">
                <a:solidFill>
                  <a:srgbClr val="12171C"/>
                </a:solidFill>
                <a:latin typeface="Calibri"/>
              </a:defRPr>
            </a:pPr>
            <a:r>
              <a:rPr sz="2000" dirty="0"/>
              <a:t>Goal: Live in My Garage before June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F4623-B17C-9A15-09A1-0979B21D2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355" y="-117384"/>
            <a:ext cx="1629189" cy="836194"/>
          </a:xfrm>
          <a:prstGeom prst="rect">
            <a:avLst/>
          </a:prstGeom>
        </p:spPr>
      </p:pic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CF26B7C8-C79A-D13F-708E-5BB2C8F3B8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8974170"/>
              </p:ext>
            </p:extLst>
          </p:nvPr>
        </p:nvGraphicFramePr>
        <p:xfrm>
          <a:off x="173554" y="1138241"/>
          <a:ext cx="4294392" cy="347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225</Words>
  <Application>Microsoft Office PowerPoint</Application>
  <PresentationFormat>On-screen Show (4:3)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Jaye Forten</dc:creator>
  <cp:keywords/>
  <dc:description>generated using python-pptx</dc:description>
  <cp:lastModifiedBy>Jaye Forten</cp:lastModifiedBy>
  <cp:revision>2</cp:revision>
  <dcterms:created xsi:type="dcterms:W3CDTF">2013-01-27T09:14:16Z</dcterms:created>
  <dcterms:modified xsi:type="dcterms:W3CDTF">2026-03-19T10:38:30Z</dcterms:modified>
  <cp:category/>
</cp:coreProperties>
</file>